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3"/>
  </p:notesMasterIdLst>
  <p:handoutMasterIdLst>
    <p:handoutMasterId r:id="rId14"/>
  </p:handoutMasterIdLst>
  <p:sldIdLst>
    <p:sldId id="2561" r:id="rId5"/>
    <p:sldId id="2562" r:id="rId6"/>
    <p:sldId id="2563" r:id="rId7"/>
    <p:sldId id="2564" r:id="rId8"/>
    <p:sldId id="2565" r:id="rId9"/>
    <p:sldId id="2566" r:id="rId10"/>
    <p:sldId id="2567" r:id="rId11"/>
    <p:sldId id="2568" r:id="rId12"/>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spersão da População Mundial e Migrações" id="{5380EFA9-D343-43BE-B93F-6B20C52F867C}">
          <p14:sldIdLst>
            <p14:sldId id="2561"/>
          </p14:sldIdLst>
        </p14:section>
        <p14:section name="Dispersão da População Mundial e Migrações" id="{5D070AEA-20E5-4026-B509-CC7BB25961D7}">
          <p14:sldIdLst>
            <p14:sldId id="2562"/>
            <p14:sldId id="2563"/>
            <p14:sldId id="2564"/>
            <p14:sldId id="2565"/>
            <p14:sldId id="2566"/>
            <p14:sldId id="2567"/>
            <p14:sldId id="2568"/>
          </p14:sldIdLst>
        </p14:section>
      </p14:sectionLst>
    </p:ex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ACFC"/>
    <a:srgbClr val="09090C"/>
    <a:srgbClr val="FFFFFF"/>
    <a:srgbClr val="000000"/>
    <a:srgbClr val="9B8C69"/>
    <a:srgbClr val="79958B"/>
    <a:srgbClr val="476262"/>
    <a:srgbClr val="272D2B"/>
    <a:srgbClr val="647E6B"/>
    <a:srgbClr val="A27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F58EF5-F1D9-4A96-9D73-0B8BCC4877C9}" v="11" dt="2026-01-31T21:34:22.5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8" autoAdjust="0"/>
    <p:restoredTop sz="94660"/>
  </p:normalViewPr>
  <p:slideViewPr>
    <p:cSldViewPr snapToGrid="0">
      <p:cViewPr varScale="1">
        <p:scale>
          <a:sx n="105" d="100"/>
          <a:sy n="105" d="100"/>
        </p:scale>
        <p:origin x="846" y="96"/>
      </p:cViewPr>
      <p:guideLst>
        <p:guide orient="horz" pos="2160"/>
        <p:guide pos="3816"/>
      </p:guideLst>
    </p:cSldViewPr>
  </p:slideViewPr>
  <p:notesTextViewPr>
    <p:cViewPr>
      <p:scale>
        <a:sx n="1" d="1"/>
        <a:sy n="1" d="1"/>
      </p:scale>
      <p:origin x="0" y="0"/>
    </p:cViewPr>
  </p:notesTextViewPr>
  <p:sorterViewPr>
    <p:cViewPr>
      <p:scale>
        <a:sx n="90" d="100"/>
        <a:sy n="90" d="100"/>
      </p:scale>
      <p:origin x="0" y="-90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C18B6240-78DA-093E-542D-EA8232A522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a:extLst>
              <a:ext uri="{FF2B5EF4-FFF2-40B4-BE49-F238E27FC236}">
                <a16:creationId xmlns:a16="http://schemas.microsoft.com/office/drawing/2014/main" id="{BDF21978-CD08-4DE4-0B35-D8E00EB982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D1042AC-E7EB-4533-80AB-C3850196CED4}" type="datetimeFigureOut">
              <a:rPr lang="en-US" smtClean="0"/>
              <a:t>1/31/2026</a:t>
            </a:fld>
            <a:endParaRPr lang="en-US"/>
          </a:p>
        </p:txBody>
      </p:sp>
      <p:sp>
        <p:nvSpPr>
          <p:cNvPr id="4" name="Espaço Reservado para Rodapé 3">
            <a:extLst>
              <a:ext uri="{FF2B5EF4-FFF2-40B4-BE49-F238E27FC236}">
                <a16:creationId xmlns:a16="http://schemas.microsoft.com/office/drawing/2014/main" id="{34733651-3489-31BD-ED31-0609855FB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ço Reservado para o Número do Slide 4">
            <a:extLst>
              <a:ext uri="{FF2B5EF4-FFF2-40B4-BE49-F238E27FC236}">
                <a16:creationId xmlns:a16="http://schemas.microsoft.com/office/drawing/2014/main" id="{8461A6A1-1395-B89B-42E0-2208966D9F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ED1E2F7-14E3-4821-A409-B7BC1E2744B7}" type="slidenum">
              <a:rPr lang="en-US" smtClean="0"/>
              <a:t>‹nº›</a:t>
            </a:fld>
            <a:endParaRPr lang="en-US"/>
          </a:p>
        </p:txBody>
      </p:sp>
    </p:spTree>
    <p:extLst>
      <p:ext uri="{BB962C8B-B14F-4D97-AF65-F5344CB8AC3E}">
        <p14:creationId xmlns:p14="http://schemas.microsoft.com/office/powerpoint/2010/main" val="22116062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0863BC9-3C98-4AB2-8802-02853E289FB4}" type="datetimeFigureOut">
              <a:rPr lang="en-US" smtClean="0"/>
              <a:t>1/31/2026</a:t>
            </a:fld>
            <a:endParaRPr lang="en-US"/>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42E5B5A-C175-4C17-879C-A25F50F472D7}" type="slidenum">
              <a:rPr lang="en-US" smtClean="0"/>
              <a:t>‹nº›</a:t>
            </a:fld>
            <a:endParaRPr lang="en-US"/>
          </a:p>
        </p:txBody>
      </p:sp>
    </p:spTree>
    <p:extLst>
      <p:ext uri="{BB962C8B-B14F-4D97-AF65-F5344CB8AC3E}">
        <p14:creationId xmlns:p14="http://schemas.microsoft.com/office/powerpoint/2010/main" val="139842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1</a:t>
            </a:fld>
            <a:endParaRPr lang="en-US"/>
          </a:p>
        </p:txBody>
      </p:sp>
    </p:spTree>
    <p:extLst>
      <p:ext uri="{BB962C8B-B14F-4D97-AF65-F5344CB8AC3E}">
        <p14:creationId xmlns:p14="http://schemas.microsoft.com/office/powerpoint/2010/main" val="1860616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Panorama da Distribuição Populacional Global, Conceitos Fundamentais de Migração, Fatores de Atração das Migrações, Fatores de Repulsão das Migrações, Consequências das Migrações, Integração, Reflexão e Conexões com o Cotidiano</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2</a:t>
            </a:fld>
            <a:endParaRPr lang="en-US"/>
          </a:p>
        </p:txBody>
      </p:sp>
    </p:spTree>
    <p:extLst>
      <p:ext uri="{BB962C8B-B14F-4D97-AF65-F5344CB8AC3E}">
        <p14:creationId xmlns:p14="http://schemas.microsoft.com/office/powerpoint/2010/main" val="1863728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distribuição da população mundial é marcada por contrastes significativos que se explicam pela interação entre fatores naturais, históricos, econômicos e sociais. Regiões como a Ásia Meridional, o Leste Asiático e partes da Europa apresentam densidades populacionais extremamente elevadas devido à disponibilidade de terras férteis, condições climáticas favoráveis e processos históricos de urbanização que se consolidaram ao longo de séculos. Em contrapartida, áreas como desertos, regiões polares e selvas densas permanecem pouco povoadas devido às condições ambientais adversas, como temperaturas extremas, escassez de água ou dificuldade de acesso. Ao observar a distribuição populacional mundial, os estudantes percebem que grande parte da população se concentra ao longo de planícies litorâneas, vales férteis e regiões economicamente urbanizadas, revelando como o espaço geográfico influencia comportamentos humanos e dinâmicas sociais. Além disso, fatores contemporâneos, como infraestrutura, industrialização, oferta de emprego e qualidade de vida, continuam moldando a forma como grupos humanos escolhem seus locais de residência. A crescente urbanização global também reforça a tendência de concentração populacional em grandes centros metropolitanos, que, apesar dos problemas sociais que enfrentam, atraem milhões de pessoas em busca de melhores oportunidades. Por meio da análise desses padrões, os alunos desenvolvem habilidades de leitura de mapas, interpretação crítica de dados e compreensão das relações entre sociedade e espaço. Essa percepção contribui para a construção de um pensamento geográfico articulado, permitindo compreender como os fenômenos demográficos ajudam a explicar desigualdades regionais, desafios de planejamento urbano e impactos socioambientais relacionados ao crescimento e dispersão populacional.</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3</a:t>
            </a:fld>
            <a:endParaRPr lang="en-US"/>
          </a:p>
        </p:txBody>
      </p:sp>
    </p:spTree>
    <p:extLst>
      <p:ext uri="{BB962C8B-B14F-4D97-AF65-F5344CB8AC3E}">
        <p14:creationId xmlns:p14="http://schemas.microsoft.com/office/powerpoint/2010/main" val="2122009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estudo da migração envolve compreender o movimento de pessoas através do espaço geográfico, seja dentro de um mesmo país ou entre diferentes nações. A migração interna ocorre quando indivíduos se deslocam de uma região para outra dentro das fronteiras nacionais, fenômeno muito comum em países extensos e com desigualdades socioeconômicas marcantes. Exemplos incluem movimentos do campo para a cidade, típicos de processos de industrialização e urbanização, ou deslocamentos entre estados que oferecem melhores oportunidades de emprego ou serviços. A migração internacional, por sua vez, envolve a travessia de fronteiras políticas e está frequentemente associada à busca por condições de vida mais favoráveis, fuga de conflitos ou perseguições, e inserção em mercados de trabalho mais dinâmicos. Esses processos migratórios têm sido intensificados pela globalização, que facilita a circulação de informações e cria novas expectativas sobre modos de vida ao redor do mundo. Compreender esses conceitos permite aos estudantes interpretar mapas, gráficos e textos que retratam fluxos migratórios e analisar como fatores econômicos, sociais e ambientais influenciam esses movimentos. Além disso, a migração não deve ser vista apenas como deslocamento físico, mas como fenômeno complexo que envolve identidade cultural, adaptação, desafios sociais e transformações tanto nas áreas de origem quanto de destino. Assim, ao dominar os conceitos básicos de migração, os alunos conseguem estabelecer relações entre dinâmicas populacionais e temas contemporâneos, como multiculturalismo, globalização, políticas públicas e desigualdades regionais.</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4</a:t>
            </a:fld>
            <a:endParaRPr lang="en-US"/>
          </a:p>
        </p:txBody>
      </p:sp>
    </p:spTree>
    <p:extLst>
      <p:ext uri="{BB962C8B-B14F-4D97-AF65-F5344CB8AC3E}">
        <p14:creationId xmlns:p14="http://schemas.microsoft.com/office/powerpoint/2010/main" val="2500904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 fatores de atração das migrações dizem respeito às características que tornam determinado lugar desejável para indivíduos ou grupos sociais que buscam melhores oportunidades. Entre os fatores mais recorrentes estão a disponibilidade de empregos, especialmente em setores industriais, comerciais e de serviços, que oferecem melhores salários e maior estabilidade econômica. Além disso, a presença de infraestrutura urbana desenvolvida — como escolas, hospitais, saneamento básico, transporte público e opções de lazer — cria condições de vida mais confortáveis e seguras, motivando o deslocamento. Muitos migrantes também buscam regiões que apresentem estabilidade política, baixos índices de violência e garantia de direitos civis, pois esses elementos asseguram um ambiente favorável ao desenvolvimento pessoal e familiar. Em países com grandes desigualdades regionais, é comum observar que grandes metrópoles, mesmo enfrentando problemas urbanos, funcionam como polos de atração devido à diversidade de serviços e possibilidades profissionais. Outro aspecto relevante é a presença de redes migratórias, formadas por familiares, amigos ou comunidades já estabelecidas no destino, que facilitam a adaptação dos recém-chegados e reduzem os riscos associados à mudança. Esses elementos de atração evidenciam como as migrações são influenciadas por expectativas de melhoria da qualidade de vida, mobilidade social e acesso a oportunidades. Ao analisar esses fatores, os alunos desenvolvem senso crítico sobre desigualdades regionais, políticas públicas e impactos socioespaciais das migrações, ampliando sua compreensão sobre o funcionamento da sociedade contemporânea.</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5</a:t>
            </a:fld>
            <a:endParaRPr lang="en-US"/>
          </a:p>
        </p:txBody>
      </p:sp>
    </p:spTree>
    <p:extLst>
      <p:ext uri="{BB962C8B-B14F-4D97-AF65-F5344CB8AC3E}">
        <p14:creationId xmlns:p14="http://schemas.microsoft.com/office/powerpoint/2010/main" val="3971708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 fatores de repulsão são aqueles que incentivam indivíduos a deixarem suas regiões de origem por causa de condições desfavoráveis que tornam a permanência difícil ou inviável. Entre os fatores mais significativos estão a falta de empregos, baixos salários e ausência de perspectivas de crescimento profissional, elementos que afetam diretamente a sobrevivência e o bem-estar das famílias. Conflitos armados, guerras civis e perseguições políticas ou religiosas também figuram entre os principais motivos de deslocamentos forçados, gerando grandes fluxos migratórios e crises humanitárias. Além disso, desastres naturais — como secas prolongadas, enchentes, terremotos ou furacões — podem destruir moradias, inviabilizar atividades econômicas e obrigar populações inteiras a buscarem abrigo em outras localidades. Problemas estruturais, como pobreza extrema, falta de serviços básicos, violência urbana e violações de direitos humanos, também exercem forte pressão migratória sobre comunidades vulneráveis. Esses fatores de repulsão revelam como desigualdades sociais, instabilidade política e transformações ambientais influenciam diretamente os fluxos populacionais. Ao analisar essas causas, os estudantes aprendem a interpretar a migração como fenômeno multifatorial, conectado a desafios globais como mudanças climáticas, conflitos geopolíticos e pobreza. Essa compreensão promove empatia, senso crítico e percepção da migração como experiência humana diversa, marcada tanto por necessidades quanto por esperanças.</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6</a:t>
            </a:fld>
            <a:endParaRPr lang="en-US"/>
          </a:p>
        </p:txBody>
      </p:sp>
    </p:spTree>
    <p:extLst>
      <p:ext uri="{BB962C8B-B14F-4D97-AF65-F5344CB8AC3E}">
        <p14:creationId xmlns:p14="http://schemas.microsoft.com/office/powerpoint/2010/main" val="2280689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As migrações geram consequências profundas tanto para as áreas de origem quanto para aquelas que recebem novos habitantes. Nas regiões de origem, a saída de pessoas pode provocar redução da força de trabalho, envelhecimento populacional e diminuição da atividade econômica, sobretudo quando os que migram são jovens em idade produtiva. Em alguns casos, no entanto, a migração pode trazer benefícios indiretos, como o envio de remessas financeiras por parte dos migrantes, que ajudam no sustento das famílias e dinamizam economias locais. Nas áreas de destino, a chegada de migrantes pode estimular o crescimento econômico, ao ampliar a oferta de mão de obra e diversificar atividades produtivas. Além disso, a presença de diferentes culturas, línguas e tradições culturais enriquece o tecido social, promovendo intercâmbio cultural e diversidade. Porém, esse processo também pode gerar desafios, como aumento da demanda por serviços públicos, pressões sobre infraestrutura urbana e tensões sociais quando não há políticas adequadas de integração. Esses efeitos múltiplos mostram que a migração é um fenômeno complexo que exige planejamento, políticas públicas inclusivas e compreensão das dinâmicas sociais envolvidas. Para os estudantes, analisar essas consequências contribui para o desenvolvimento de habilidades críticas e entendimento das relações entre mobilidade populacional, economia, cultura e organização do espaço geográfico.</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7</a:t>
            </a:fld>
            <a:endParaRPr lang="en-US"/>
          </a:p>
        </p:txBody>
      </p:sp>
    </p:spTree>
    <p:extLst>
      <p:ext uri="{BB962C8B-B14F-4D97-AF65-F5344CB8AC3E}">
        <p14:creationId xmlns:p14="http://schemas.microsoft.com/office/powerpoint/2010/main" val="1455171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Refletir sobre dispersão populacional e migrações permite aos estudantes reconhecerem como esses fenômenos estão presentes em seu próprio cotidiano e nas transformações do mundo contemporâneo. Muitas famílias possuem histórias de deslocamentos, seja por motivos econômicos, ambientais ou sociais, o que torna o tema próximo da realidade dos alunos e favorece discussões significativas em sala de aula. Ao compreenderem que a distribuição da população mundial não ocorre de maneira homogênea e que as migrações resultam de interações entre fatores de atração e repulsão, os estudantes ampliam sua percepção sobre desigualdades sociais, oportunidades e desafios que marcam diferentes regiões. A análise de mapas, gráficos e reportagens permite exercitar habilidades de leitura e interpretação, reforçando a importância da alfabetização geográfica para entender fenômenos globais. Essa reflexão também estimula valores como respeito à diversidade cultural, empatia e compreensão das dificuldades enfrentadas por migrantes e refugiados em diferentes contextos. Além disso, ao conectar esses estudos à globalização, ao mercado de trabalho, ao clima e aos problemas ambientais, os alunos conseguem compreender que os deslocamentos humanos são parte de um processo histórico contínuo que molda sociedades e territórios. Assim, a discussão sobre migrações contribui para formar cidadãos críticos, informados e capazes de analisar fenômenos socioespaciais com profundidade, sensibilidade e responsabilidade.</a:t>
            </a:r>
          </a:p>
        </p:txBody>
      </p:sp>
      <p:sp>
        <p:nvSpPr>
          <p:cNvPr id="4" name="Slide Number Placeholder 3"/>
          <p:cNvSpPr>
            <a:spLocks noGrp="1"/>
          </p:cNvSpPr>
          <p:nvPr>
            <p:ph type="sldNum" sz="quarter" idx="5"/>
          </p:nvPr>
        </p:nvSpPr>
        <p:spPr/>
        <p:txBody>
          <a:bodyPr/>
          <a:lstStyle/>
          <a:p>
            <a:pPr rtl="0"/>
            <a:fld id="{742E5B5A-C175-4C17-879C-A25F50F472D7}" type="slidenum">
              <a:rPr lang="en-US" smtClean="0"/>
              <a:t>8</a:t>
            </a:fld>
            <a:endParaRPr lang="en-US"/>
          </a:p>
        </p:txBody>
      </p:sp>
    </p:spTree>
    <p:extLst>
      <p:ext uri="{BB962C8B-B14F-4D97-AF65-F5344CB8AC3E}">
        <p14:creationId xmlns:p14="http://schemas.microsoft.com/office/powerpoint/2010/main" val="1937133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ítulo">
    <p:spTree>
      <p:nvGrpSpPr>
        <p:cNvPr id="1" name=""/>
        <p:cNvGrpSpPr/>
        <p:nvPr/>
      </p:nvGrpSpPr>
      <p:grpSpPr>
        <a:xfrm>
          <a:off x="0" y="0"/>
          <a:ext cx="0" cy="0"/>
          <a:chOff x="0" y="0"/>
          <a:chExt cx="0" cy="0"/>
        </a:xfrm>
      </p:grpSpPr>
      <p:pic>
        <p:nvPicPr>
          <p:cNvPr id="10" name="Imagem 9" descr="Um círculo preto em uma cor púrpura e laranja&#10;&#10;Conteúdo gerado por IA pode estar incorreto.">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rtlCol="0"/>
          <a:lstStyle>
            <a:lvl1pPr>
              <a:defRPr>
                <a:solidFill>
                  <a:schemeClr val="tx1"/>
                </a:solidFill>
              </a:defRPr>
            </a:lvl1pPr>
          </a:lstStyle>
          <a:p>
            <a:pPr rtl="0"/>
            <a:r>
              <a:rPr lang="pt-br"/>
              <a:t>Exemplo de Texto de Rodapé</a:t>
            </a:r>
            <a:endParaRPr lang="en-US">
              <a:solidFill>
                <a:schemeClr val="tx1"/>
              </a:solidFill>
            </a:endParaRP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274366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ú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p:txBody>
          <a:bodyPr rtlCol="0"/>
          <a:lstStyle>
            <a:lvl1pPr>
              <a:defRPr>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447129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2">
    <p:spTree>
      <p:nvGrpSpPr>
        <p:cNvPr id="1" name=""/>
        <p:cNvGrpSpPr/>
        <p:nvPr/>
      </p:nvGrpSpPr>
      <p:grpSpPr>
        <a:xfrm>
          <a:off x="0" y="0"/>
          <a:ext cx="0" cy="0"/>
          <a:chOff x="0" y="0"/>
          <a:chExt cx="0" cy="0"/>
        </a:xfrm>
      </p:grpSpPr>
      <p:pic>
        <p:nvPicPr>
          <p:cNvPr id="7" name="Imagem 6" descr="Um círculo preto em uma cor púrpura e laranja&#10;&#10;Conteúdo gerado por IA pode estar incorreto.">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ítulo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rtlCol="0"/>
          <a:lstStyle>
            <a:lvl1pPr>
              <a:defRPr sz="4600"/>
            </a:lvl1pPr>
          </a:lstStyle>
          <a:p>
            <a:pPr rtl="0"/>
            <a:r>
              <a:rPr lang="pt-br"/>
              <a:t>Clique para editar o estilo de título Mestre</a:t>
            </a:r>
          </a:p>
        </p:txBody>
      </p:sp>
      <p:sp>
        <p:nvSpPr>
          <p:cNvPr id="11" name="Subtítulo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rtlCol="0"/>
          <a:lstStyle>
            <a:lvl1pPr>
              <a:defRPr>
                <a:solidFill>
                  <a:schemeClr val="tx1"/>
                </a:solidFill>
              </a:defRPr>
            </a:lvl1pPr>
          </a:lstStyle>
          <a:p>
            <a:pPr rtl="0"/>
            <a:r>
              <a:rPr lang="pt-br"/>
              <a:t>Exemplo de Texto de Rodapé</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rtlCol="0"/>
          <a:lstStyle>
            <a:lvl1pPr>
              <a:defRPr>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dirty="0"/>
          </a:p>
        </p:txBody>
      </p:sp>
    </p:spTree>
    <p:extLst>
      <p:ext uri="{BB962C8B-B14F-4D97-AF65-F5344CB8AC3E}">
        <p14:creationId xmlns:p14="http://schemas.microsoft.com/office/powerpoint/2010/main" val="184787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3">
    <p:spTree>
      <p:nvGrpSpPr>
        <p:cNvPr id="1" name=""/>
        <p:cNvGrpSpPr/>
        <p:nvPr/>
      </p:nvGrpSpPr>
      <p:grpSpPr>
        <a:xfrm>
          <a:off x="0" y="0"/>
          <a:ext cx="0" cy="0"/>
          <a:chOff x="0" y="0"/>
          <a:chExt cx="0" cy="0"/>
        </a:xfrm>
      </p:grpSpPr>
      <p:pic>
        <p:nvPicPr>
          <p:cNvPr id="9" name="Imagem 8" descr="Um círculo preto em uma cor púrpura e laranja&#10;&#10;Conteúdo gerado por IA pode estar incorreto.">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ítulo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rtlCol="0"/>
          <a:lstStyle>
            <a:lvl1pPr>
              <a:defRPr sz="4200">
                <a:solidFill>
                  <a:schemeClr val="tx1"/>
                </a:solidFill>
              </a:defRPr>
            </a:lvl1pPr>
          </a:lstStyle>
          <a:p>
            <a:pPr rtl="0"/>
            <a:r>
              <a:rPr lang="pt-br"/>
              <a:t>Clique para editar o estilo de título Mestre</a:t>
            </a:r>
          </a:p>
        </p:txBody>
      </p:sp>
      <p:sp>
        <p:nvSpPr>
          <p:cNvPr id="11" name="Subtítulo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rtlCol="0"/>
          <a:lstStyle>
            <a:lvl1pPr>
              <a:defRPr>
                <a:solidFill>
                  <a:schemeClr val="tx1"/>
                </a:solidFill>
              </a:defRPr>
            </a:lvl1pPr>
          </a:lstStyle>
          <a:p>
            <a:pPr rtl="0"/>
            <a:r>
              <a:rPr lang="pt-br"/>
              <a:t>Exemplo de Texto de Rodapé</a:t>
            </a:r>
            <a:endParaRPr lang="en-US">
              <a:solidFill>
                <a:schemeClr val="tx1"/>
              </a:solidFill>
            </a:endParaRP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237195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ítulo 4">
    <p:spTree>
      <p:nvGrpSpPr>
        <p:cNvPr id="1" name=""/>
        <p:cNvGrpSpPr/>
        <p:nvPr/>
      </p:nvGrpSpPr>
      <p:grpSpPr>
        <a:xfrm>
          <a:off x="0" y="0"/>
          <a:ext cx="0" cy="0"/>
          <a:chOff x="0" y="0"/>
          <a:chExt cx="0" cy="0"/>
        </a:xfrm>
      </p:grpSpPr>
      <p:pic>
        <p:nvPicPr>
          <p:cNvPr id="10" name="Imagem 9" descr="Um close de um objeto colorido&#10;&#10;Conteúdo gerado por IA pode estar incorreto.">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ítulo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rtlCol="0"/>
          <a:lstStyle>
            <a:lvl1pPr>
              <a:defRPr sz="5400">
                <a:solidFill>
                  <a:schemeClr val="tx1"/>
                </a:solidFill>
              </a:defRPr>
            </a:lvl1pPr>
          </a:lstStyle>
          <a:p>
            <a:pPr rtl="0"/>
            <a:r>
              <a:rPr lang="pt-br"/>
              <a:t>Clique para editar o estilo de título Mestre</a:t>
            </a:r>
          </a:p>
        </p:txBody>
      </p:sp>
      <p:sp>
        <p:nvSpPr>
          <p:cNvPr id="11" name="Subtítulo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rtlCol="0"/>
          <a:lstStyle>
            <a:lvl1pPr>
              <a:defRPr>
                <a:solidFill>
                  <a:schemeClr val="tx1"/>
                </a:solidFill>
              </a:defRPr>
            </a:lvl1pPr>
          </a:lstStyle>
          <a:p>
            <a:pPr rtl="0"/>
            <a:r>
              <a:rPr lang="pt-br"/>
              <a:t>Exemplo de Texto de Rodapé</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347252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ítulo 5">
    <p:spTree>
      <p:nvGrpSpPr>
        <p:cNvPr id="1" name=""/>
        <p:cNvGrpSpPr/>
        <p:nvPr/>
      </p:nvGrpSpPr>
      <p:grpSpPr>
        <a:xfrm>
          <a:off x="0" y="0"/>
          <a:ext cx="0" cy="0"/>
          <a:chOff x="0" y="0"/>
          <a:chExt cx="0" cy="0"/>
        </a:xfrm>
      </p:grpSpPr>
      <p:pic>
        <p:nvPicPr>
          <p:cNvPr id="10" name="Imagem 9" descr="Uma luz vermelha e púrpura&#10;&#10;Conteúdo gerado por IA pode estar incorreto.">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rtlCol="0"/>
          <a:lstStyle>
            <a:lvl1pPr>
              <a:defRPr>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4222400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ítulo 6">
    <p:spTree>
      <p:nvGrpSpPr>
        <p:cNvPr id="1" name=""/>
        <p:cNvGrpSpPr/>
        <p:nvPr/>
      </p:nvGrpSpPr>
      <p:grpSpPr>
        <a:xfrm>
          <a:off x="0" y="0"/>
          <a:ext cx="0" cy="0"/>
          <a:chOff x="0" y="0"/>
          <a:chExt cx="0" cy="0"/>
        </a:xfrm>
      </p:grpSpPr>
      <p:pic>
        <p:nvPicPr>
          <p:cNvPr id="9" name="Imagem 8" descr="Um círculo preto em uma cor púrpura e laranja&#10;&#10;Conteúdo gerado por IA pode estar incorreto.">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rtlCol="0"/>
          <a:lstStyle>
            <a:lvl1pPr>
              <a:defRPr>
                <a:solidFill>
                  <a:schemeClr val="tx1"/>
                </a:solidFill>
              </a:defRPr>
            </a:lvl1pPr>
          </a:lstStyle>
          <a:p>
            <a:pPr rtl="0"/>
            <a:r>
              <a:rPr lang="pt-br"/>
              <a:t>Exemplo de Texto de Rodapé</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375303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p:spTree>
      <p:nvGrpSpPr>
        <p:cNvPr id="1" name=""/>
        <p:cNvGrpSpPr/>
        <p:nvPr/>
      </p:nvGrpSpPr>
      <p:grpSpPr>
        <a:xfrm>
          <a:off x="0" y="0"/>
          <a:ext cx="0" cy="0"/>
          <a:chOff x="0" y="0"/>
          <a:chExt cx="0" cy="0"/>
        </a:xfrm>
      </p:grpSpPr>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rtlCol="0"/>
          <a:lstStyle>
            <a:lvl1pPr>
              <a:defRPr>
                <a:solidFill>
                  <a:schemeClr val="tx1"/>
                </a:solidFill>
              </a:defRPr>
            </a:lvl1pPr>
          </a:lstStyle>
          <a:p>
            <a:pPr rtl="0"/>
            <a:r>
              <a:rPr lang="pt-br"/>
              <a:t>    </a:t>
            </a:r>
          </a:p>
        </p:txBody>
      </p:sp>
      <p:sp>
        <p:nvSpPr>
          <p:cNvPr id="5" name="Título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rtlCol="0"/>
          <a:lstStyle>
            <a:lvl1pPr>
              <a:defRPr sz="4000">
                <a:solidFill>
                  <a:schemeClr val="tx1"/>
                </a:solidFill>
              </a:defRPr>
            </a:lvl1pPr>
          </a:lstStyle>
          <a:p>
            <a:pPr rtl="0"/>
            <a:r>
              <a:rPr lang="pt-br"/>
              <a:t>Clique para editar o estilo de título Mestre</a:t>
            </a:r>
          </a:p>
        </p:txBody>
      </p:sp>
      <p:sp>
        <p:nvSpPr>
          <p:cNvPr id="10" name="Subtítulo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rtl="0"/>
            <a:r>
              <a:rPr lang="pt-br"/>
              <a:t>Clique para editar o estilo de subtítulo Mestre</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rtlCol="0"/>
          <a:lstStyle>
            <a:lvl1pPr>
              <a:defRPr>
                <a:solidFill>
                  <a:schemeClr val="tx1"/>
                </a:solidFill>
              </a:defRPr>
            </a:lvl1pPr>
          </a:lstStyle>
          <a:p>
            <a:pPr rtl="0"/>
            <a:r>
              <a:rPr lang="pt-br"/>
              <a:t>Exemplo de Texto de Rodapé</a:t>
            </a:r>
            <a:endParaRPr lang="en-US" dirty="0"/>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rtlCol="0"/>
          <a:lstStyle>
            <a:lvl1pPr>
              <a:defRPr>
                <a:solidFill>
                  <a:schemeClr val="tx1"/>
                </a:solidFill>
              </a:defRPr>
            </a:lvl1pPr>
          </a:lstStyle>
          <a:p>
            <a:pPr rtl="0"/>
            <a:r>
              <a:rPr lang="en-US"/>
              <a:t>02/12/2025</a:t>
            </a:r>
            <a:endParaRPr lang="en-US" dirty="0"/>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rtlCol="0"/>
          <a:lstStyle>
            <a:lvl1pPr>
              <a:defRPr>
                <a:solidFill>
                  <a:schemeClr val="tx1"/>
                </a:solidFill>
              </a:defRPr>
            </a:lvl1pPr>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295302303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2">
    <p:spTree>
      <p:nvGrpSpPr>
        <p:cNvPr id="1" name=""/>
        <p:cNvGrpSpPr/>
        <p:nvPr/>
      </p:nvGrpSpPr>
      <p:grpSpPr>
        <a:xfrm>
          <a:off x="0" y="0"/>
          <a:ext cx="0" cy="0"/>
          <a:chOff x="0" y="0"/>
          <a:chExt cx="0" cy="0"/>
        </a:xfrm>
      </p:grpSpPr>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rtlCol="0"/>
          <a:lstStyle>
            <a:lvl1pPr>
              <a:defRPr>
                <a:solidFill>
                  <a:schemeClr val="tx1"/>
                </a:solidFill>
              </a:defRPr>
            </a:lvl1pPr>
          </a:lstStyle>
          <a:p>
            <a:pPr rtl="0"/>
            <a:r>
              <a:rPr lang="pt-br"/>
              <a:t>   </a:t>
            </a:r>
          </a:p>
        </p:txBody>
      </p:sp>
      <p:sp>
        <p:nvSpPr>
          <p:cNvPr id="5" name="Título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rtlCol="0" anchor="b"/>
          <a:lstStyle>
            <a:lvl1pPr>
              <a:defRPr sz="4000">
                <a:solidFill>
                  <a:schemeClr val="tx1"/>
                </a:solidFill>
              </a:defRPr>
            </a:lvl1pPr>
          </a:lstStyle>
          <a:p>
            <a:pPr rtl="0"/>
            <a:r>
              <a:rPr lang="pt-br"/>
              <a:t>Clique para editar o estilo de título Mestre</a:t>
            </a:r>
          </a:p>
        </p:txBody>
      </p:sp>
      <p:sp>
        <p:nvSpPr>
          <p:cNvPr id="10" name="Subtítulo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rtl="0"/>
            <a:r>
              <a:rPr lang="pt-br"/>
              <a:t>Clique para editar o estilo de subtítulo Mestre</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rtlCol="0"/>
          <a:lstStyle>
            <a:lvl1pPr>
              <a:defRPr>
                <a:solidFill>
                  <a:schemeClr val="tx1"/>
                </a:solidFill>
              </a:defRPr>
            </a:lvl1pPr>
          </a:lstStyle>
          <a:p>
            <a:pPr rtl="0"/>
            <a:r>
              <a:rPr lang="pt-br"/>
              <a:t>Exemplo de Texto de Rodapé</a:t>
            </a:r>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rtlCol="0"/>
          <a:lstStyle>
            <a:lvl1pPr>
              <a:defRPr>
                <a:solidFill>
                  <a:schemeClr val="tx1"/>
                </a:solidFill>
              </a:defRPr>
            </a:lvl1pPr>
          </a:lstStyle>
          <a:p>
            <a:pPr rtl="0"/>
            <a:r>
              <a:rPr lang="en-US"/>
              <a:t>02/12/2025</a:t>
            </a:r>
            <a:endParaRPr lang="en-US" dirty="0"/>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rtlCol="0"/>
          <a:lstStyle>
            <a:lvl1pPr>
              <a:defRPr>
                <a:solidFill>
                  <a:schemeClr val="tx1"/>
                </a:solidFill>
              </a:defRPr>
            </a:lvl1pPr>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6117004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ítulo com Imagem 3">
    <p:spTree>
      <p:nvGrpSpPr>
        <p:cNvPr id="1" name=""/>
        <p:cNvGrpSpPr/>
        <p:nvPr/>
      </p:nvGrpSpPr>
      <p:grpSpPr>
        <a:xfrm>
          <a:off x="0" y="0"/>
          <a:ext cx="0" cy="0"/>
          <a:chOff x="0" y="0"/>
          <a:chExt cx="0" cy="0"/>
        </a:xfrm>
      </p:grpSpPr>
      <p:sp>
        <p:nvSpPr>
          <p:cNvPr id="9" name="Espaço Reservado para Imagem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rtlCol="0"/>
          <a:lstStyle>
            <a:lvl1pPr>
              <a:defRPr>
                <a:solidFill>
                  <a:schemeClr val="tx1"/>
                </a:solidFill>
              </a:defRPr>
            </a:lvl1pPr>
          </a:lstStyle>
          <a:p>
            <a:pPr rtl="0"/>
            <a:r>
              <a:rPr lang="pt-br"/>
              <a:t>   </a:t>
            </a:r>
          </a:p>
        </p:txBody>
      </p:sp>
      <p:sp>
        <p:nvSpPr>
          <p:cNvPr id="15" name="Título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rtlCol="0" anchor="b"/>
          <a:lstStyle>
            <a:lvl1pPr>
              <a:defRPr sz="4000">
                <a:solidFill>
                  <a:schemeClr val="tx1"/>
                </a:solidFill>
              </a:defRPr>
            </a:lvl1pPr>
          </a:lstStyle>
          <a:p>
            <a:pPr rtl="0"/>
            <a:r>
              <a:rPr lang="pt-br"/>
              <a:t>Clique para editar o estilo de título Mestre</a:t>
            </a:r>
          </a:p>
        </p:txBody>
      </p:sp>
      <p:sp>
        <p:nvSpPr>
          <p:cNvPr id="12" name="Subtítulo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rtl="0"/>
            <a:r>
              <a:rPr lang="pt-br"/>
              <a:t>Clique para editar o estilo de subtítulo Mestre</a:t>
            </a:r>
          </a:p>
        </p:txBody>
      </p:sp>
      <p:sp>
        <p:nvSpPr>
          <p:cNvPr id="8" name="Espaço Reservado para Rodapé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rtlCol="0"/>
          <a:lstStyle>
            <a:lvl1pPr>
              <a:defRPr>
                <a:solidFill>
                  <a:schemeClr val="tx1"/>
                </a:solidFill>
              </a:defRPr>
            </a:lvl1pPr>
          </a:lstStyle>
          <a:p>
            <a:pPr rtl="0"/>
            <a:r>
              <a:rPr lang="pt-br"/>
              <a:t>Exemplo de Texto de Rodapé</a:t>
            </a:r>
          </a:p>
        </p:txBody>
      </p:sp>
      <p:sp>
        <p:nvSpPr>
          <p:cNvPr id="7" name="Espaço Reservado para Data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rtlCol="0"/>
          <a:lstStyle>
            <a:lvl1pPr>
              <a:defRPr>
                <a:solidFill>
                  <a:schemeClr val="tx1"/>
                </a:solidFill>
              </a:defRPr>
            </a:lvl1pPr>
          </a:lstStyle>
          <a:p>
            <a:pPr rtl="0"/>
            <a:r>
              <a:rPr lang="en-US"/>
              <a:t>02/12/2025</a:t>
            </a:r>
            <a:endParaRPr lang="en-US" dirty="0"/>
          </a:p>
        </p:txBody>
      </p:sp>
      <p:sp>
        <p:nvSpPr>
          <p:cNvPr id="13" name="Espaço Reservado para o Número do Slide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rtlCol="0"/>
          <a:lstStyle>
            <a:lvl1pPr>
              <a:defRPr>
                <a:solidFill>
                  <a:schemeClr val="tx1"/>
                </a:solidFill>
              </a:defRPr>
            </a:lvl1pPr>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288038691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com Imagem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rtlCol="0"/>
          <a:lstStyle>
            <a:lvl1pPr>
              <a:defRPr>
                <a:solidFill>
                  <a:schemeClr val="tx2"/>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rtlCol="0"/>
          <a:lstStyle>
            <a:lvl1pPr>
              <a:defRPr>
                <a:solidFill>
                  <a:schemeClr val="tx2"/>
                </a:solidFill>
                <a:effectLst/>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rtlCol="0"/>
          <a:lstStyle>
            <a:lvl1pPr>
              <a:defRPr>
                <a:solidFill>
                  <a:schemeClr val="tx2"/>
                </a:solidFill>
              </a:defRPr>
            </a:lvl1pPr>
          </a:lstStyle>
          <a:p>
            <a:pPr rtl="0"/>
            <a:fld id="{8E274F5D-21DC-40EF-8DBA-AB9BB119E939}" type="slidenum">
              <a:rPr lang="en-US" smtClean="0"/>
              <a:pPr rtl="0"/>
              <a:t>‹nº›</a:t>
            </a:fld>
            <a:endParaRPr lang="en-US"/>
          </a:p>
        </p:txBody>
      </p:sp>
      <p:sp>
        <p:nvSpPr>
          <p:cNvPr id="7" name="Espaço Reservado para Imagem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1744259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com Imagem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rtlCol="0"/>
          <a:lstStyle>
            <a:lvl1pPr>
              <a:defRPr>
                <a:solidFill>
                  <a:schemeClr val="tx2"/>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rtlCol="0"/>
          <a:lstStyle>
            <a:lvl1pPr>
              <a:defRPr>
                <a:solidFill>
                  <a:schemeClr val="tx2"/>
                </a:solidFill>
                <a:effectLst/>
              </a:defRPr>
            </a:lvl1pPr>
          </a:lstStyle>
          <a:p>
            <a:pPr rtl="0"/>
            <a:r>
              <a:rPr lang="en-US"/>
              <a:t>02/12/2025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rtlCol="0"/>
          <a:lstStyle>
            <a:lvl1pPr>
              <a:defRPr>
                <a:solidFill>
                  <a:schemeClr val="tx2"/>
                </a:solidFill>
              </a:defRPr>
            </a:lvl1pPr>
          </a:lstStyle>
          <a:p>
            <a:pPr rtl="0"/>
            <a:fld id="{8E274F5D-21DC-40EF-8DBA-AB9BB119E939}" type="slidenum">
              <a:rPr lang="en-US" smtClean="0"/>
              <a:pPr rtl="0"/>
              <a:t>‹nº›</a:t>
            </a:fld>
            <a:endParaRPr lang="en-US"/>
          </a:p>
        </p:txBody>
      </p:sp>
      <p:sp>
        <p:nvSpPr>
          <p:cNvPr id="8" name="Espaço Reservado para Imagem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rtlCol="0">
            <a:noAutofit/>
          </a:bodyPr>
          <a:lstStyle>
            <a:lvl1pPr marL="0" indent="0">
              <a:buNone/>
              <a:defRPr/>
            </a:lvl1pPr>
          </a:lstStyle>
          <a:p>
            <a:pPr rtl="0"/>
            <a:r>
              <a:rPr lang="pt-br"/>
              <a:t>   </a:t>
            </a:r>
          </a:p>
        </p:txBody>
      </p:sp>
    </p:spTree>
    <p:extLst>
      <p:ext uri="{BB962C8B-B14F-4D97-AF65-F5344CB8AC3E}">
        <p14:creationId xmlns:p14="http://schemas.microsoft.com/office/powerpoint/2010/main" val="2430262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com Imagem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rtl="0"/>
            <a:r>
              <a:rPr lang="pt-br"/>
              <a:t>Clique para editar o estilo de subtítulo Mestre</a:t>
            </a:r>
          </a:p>
        </p:txBody>
      </p:sp>
      <p:sp>
        <p:nvSpPr>
          <p:cNvPr id="7" name="Espaço Reservado para Imagem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rtlCol="0"/>
          <a:lstStyle>
            <a:lvl1pPr>
              <a:defRPr/>
            </a:lvl1pPr>
          </a:lstStyle>
          <a:p>
            <a:pPr rtl="0"/>
            <a:r>
              <a:rPr lang="pt-br"/>
              <a:t>   </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rtlCol="0"/>
          <a:lstStyle>
            <a:lvl1pPr>
              <a:defRPr>
                <a:solidFill>
                  <a:schemeClr val="tx2"/>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rtlCol="0"/>
          <a:lstStyle>
            <a:lvl1pPr algn="l">
              <a:defRPr>
                <a:solidFill>
                  <a:schemeClr val="tx2"/>
                </a:solidFill>
                <a:effectLst/>
              </a:defRPr>
            </a:lvl1pPr>
          </a:lstStyle>
          <a:p>
            <a:pPr rtl="0"/>
            <a:r>
              <a:rPr lang="en-US"/>
              <a:t>02/12/2025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rtlCol="0"/>
          <a:lstStyle>
            <a:lvl1pPr>
              <a:defRPr>
                <a:solidFill>
                  <a:schemeClr val="tx2"/>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991402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beçalho da Seção">
    <p:spTree>
      <p:nvGrpSpPr>
        <p:cNvPr id="1" name=""/>
        <p:cNvGrpSpPr/>
        <p:nvPr/>
      </p:nvGrpSpPr>
      <p:grpSpPr>
        <a:xfrm>
          <a:off x="0" y="0"/>
          <a:ext cx="0" cy="0"/>
          <a:chOff x="0" y="0"/>
          <a:chExt cx="0" cy="0"/>
        </a:xfrm>
      </p:grpSpPr>
      <p:pic>
        <p:nvPicPr>
          <p:cNvPr id="10" name="Imagem 9" descr="Close de uma tela de fundo colorida&#10;&#10;Conteúdo gerado por IA pode estar incorreto.">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ítulo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rtlCol="0" anchor="b">
            <a:normAutofit/>
          </a:bodyPr>
          <a:lstStyle>
            <a:lvl1pPr>
              <a:defRPr sz="6900">
                <a:solidFill>
                  <a:schemeClr val="tx1"/>
                </a:solidFill>
              </a:defRPr>
            </a:lvl1pPr>
          </a:lstStyle>
          <a:p>
            <a:pPr rtl="0"/>
            <a:r>
              <a:rPr lang="pt-br"/>
              <a:t>Cabeçalho da Seção</a:t>
            </a:r>
          </a:p>
        </p:txBody>
      </p:sp>
      <p:sp>
        <p:nvSpPr>
          <p:cNvPr id="5" name="Espaço Reservado para Rodapé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rtlCol="0"/>
          <a:lstStyle>
            <a:lvl1pPr>
              <a:defRPr>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780051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abeçalho da Seção 2">
    <p:spTree>
      <p:nvGrpSpPr>
        <p:cNvPr id="1" name=""/>
        <p:cNvGrpSpPr/>
        <p:nvPr/>
      </p:nvGrpSpPr>
      <p:grpSpPr>
        <a:xfrm>
          <a:off x="0" y="0"/>
          <a:ext cx="0" cy="0"/>
          <a:chOff x="0" y="0"/>
          <a:chExt cx="0" cy="0"/>
        </a:xfrm>
      </p:grpSpPr>
      <p:pic>
        <p:nvPicPr>
          <p:cNvPr id="7" name="Imagem 6" descr="Um close de uma luz rosa e púrpura&#10;&#10;Conteúdo gerado por IA pode estar incorreto.">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ítulo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rtlCol="0" anchor="b">
            <a:normAutofit/>
          </a:bodyPr>
          <a:lstStyle>
            <a:lvl1pPr>
              <a:defRPr sz="6900">
                <a:solidFill>
                  <a:schemeClr val="tx1"/>
                </a:solidFill>
              </a:defRPr>
            </a:lvl1pPr>
          </a:lstStyle>
          <a:p>
            <a:pPr rtl="0"/>
            <a:r>
              <a:rPr lang="pt-br"/>
              <a:t>Cabeçalho da Seção</a:t>
            </a:r>
          </a:p>
        </p:txBody>
      </p:sp>
      <p:sp>
        <p:nvSpPr>
          <p:cNvPr id="5" name="Espaço Reservado para Rodapé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rtlCol="0"/>
          <a:lstStyle>
            <a:lvl1pPr>
              <a:defRPr>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2899343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Imagem 5" descr="Um fundo preto com uma luz púrpura e laranja&#10;&#10;Conteúdo gerado por IA pode estar incorreto.">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rtlCol="0" anchor="t">
            <a:normAutofit/>
          </a:bodyPr>
          <a:lstStyle>
            <a:lvl1pPr>
              <a:defRPr sz="8800" baseline="0">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endParaRPr lang="en-US">
              <a:solidFill>
                <a:schemeClr val="tx1"/>
              </a:solidFill>
            </a:endParaRPr>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951338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Imagem 9" descr="Um círculo preto em uma cor púrpura e laranja&#10;&#10;Conteúdo gerado por IA pode estar incorreto.">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rtlCol="0" anchor="t">
            <a:normAutofit/>
          </a:bodyPr>
          <a:lstStyle>
            <a:lvl1pPr>
              <a:defRPr sz="8800" baseline="0">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rtlCol="0"/>
          <a:lstStyle>
            <a:lvl1pPr>
              <a:defRPr>
                <a:solidFill>
                  <a:schemeClr val="tx1"/>
                </a:solidFill>
              </a:defRPr>
            </a:lvl1pPr>
          </a:lstStyle>
          <a:p>
            <a:pPr rtl="0"/>
            <a:r>
              <a:rPr lang="en-US"/>
              <a:t>02/12/2025</a:t>
            </a:r>
            <a:endParaRPr lang="en-US" dirty="0"/>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08723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com Imagem">
    <p:bg>
      <p:bgPr>
        <a:solidFill>
          <a:srgbClr val="09090C"/>
        </a:solidFill>
        <a:effectLst/>
      </p:bgPr>
    </p:bg>
    <p:spTree>
      <p:nvGrpSpPr>
        <p:cNvPr id="1" name=""/>
        <p:cNvGrpSpPr/>
        <p:nvPr/>
      </p:nvGrpSpPr>
      <p:grpSpPr>
        <a:xfrm>
          <a:off x="0" y="0"/>
          <a:ext cx="0" cy="0"/>
          <a:chOff x="0" y="0"/>
          <a:chExt cx="0" cy="0"/>
        </a:xfrm>
      </p:grpSpPr>
      <p:pic>
        <p:nvPicPr>
          <p:cNvPr id="6" name="Imagem 5" descr="Um fundo preto com uma luz vermelha e amarela&#10;&#10;Conteúdo gerado por IA pode estar incorreto.">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rtlCol="0" anchor="t">
            <a:normAutofit/>
          </a:bodyPr>
          <a:lstStyle>
            <a:lvl1pPr>
              <a:defRPr sz="7600">
                <a:solidFill>
                  <a:schemeClr val="tx1"/>
                </a:solidFill>
              </a:defRPr>
            </a:lvl1pPr>
          </a:lstStyle>
          <a:p>
            <a:pPr rtl="0"/>
            <a:r>
              <a:rPr lang="pt-br"/>
              <a:t>Clique para editar o estilo de título Mestre</a:t>
            </a:r>
          </a:p>
        </p:txBody>
      </p:sp>
      <p:sp>
        <p:nvSpPr>
          <p:cNvPr id="8" name="Espaço Reservado para Imagem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rtlCol="0"/>
          <a:lstStyle>
            <a:lvl1pPr>
              <a:defRPr>
                <a:solidFill>
                  <a:schemeClr val="tx1"/>
                </a:solidFill>
              </a:defRPr>
            </a:lvl1pPr>
          </a:lstStyle>
          <a:p>
            <a:pPr rtl="0"/>
            <a:r>
              <a:rPr lang="pt-br"/>
              <a:t>   </a:t>
            </a:r>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rtl="0"/>
            <a:r>
              <a:rPr lang="pt-br"/>
              <a:t>Clique para editar o texto Mestre</a:t>
            </a:r>
          </a:p>
          <a:p>
            <a:pPr marL="228600" lvl="1" indent="-228600" rtl="0"/>
            <a:r>
              <a:rPr lang="pt-br"/>
              <a:t>Segundo nível</a:t>
            </a:r>
          </a:p>
          <a:p>
            <a:pPr marL="228600" lvl="2" indent="-228600" rtl="0"/>
            <a:r>
              <a:rPr lang="pt-br"/>
              <a:t>Terceiro nível</a:t>
            </a:r>
          </a:p>
          <a:p>
            <a:pPr marL="228600" lvl="3" indent="-228600" rtl="0"/>
            <a:r>
              <a:rPr lang="pt-br"/>
              <a:t>Quarto nível</a:t>
            </a:r>
          </a:p>
          <a:p>
            <a:pPr marL="228600" lvl="4" indent="-228600" rtl="0"/>
            <a:r>
              <a:rPr lang="pt-br"/>
              <a:t>Quinto nível</a:t>
            </a:r>
          </a:p>
        </p:txBody>
      </p:sp>
    </p:spTree>
    <p:extLst>
      <p:ext uri="{BB962C8B-B14F-4D97-AF65-F5344CB8AC3E}">
        <p14:creationId xmlns:p14="http://schemas.microsoft.com/office/powerpoint/2010/main" val="687031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údo 2">
    <p:spTree>
      <p:nvGrpSpPr>
        <p:cNvPr id="1" name=""/>
        <p:cNvGrpSpPr/>
        <p:nvPr/>
      </p:nvGrpSpPr>
      <p:grpSpPr>
        <a:xfrm>
          <a:off x="0" y="0"/>
          <a:ext cx="0" cy="0"/>
          <a:chOff x="0" y="0"/>
          <a:chExt cx="0" cy="0"/>
        </a:xfrm>
      </p:grpSpPr>
      <p:pic>
        <p:nvPicPr>
          <p:cNvPr id="3" name="Imagem 2" descr="Um close de um objeto colorido&#10;&#10;Conteúdo gerado por IA pode estar incorreto.">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rtlCol="0" anchor="t">
            <a:normAutofit/>
          </a:bodyPr>
          <a:lstStyle>
            <a:lvl1pPr>
              <a:defRPr sz="3000">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8" name="Espaço Reservado para Conteúdo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180158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údo 3">
    <p:spTree>
      <p:nvGrpSpPr>
        <p:cNvPr id="1" name=""/>
        <p:cNvGrpSpPr/>
        <p:nvPr/>
      </p:nvGrpSpPr>
      <p:grpSpPr>
        <a:xfrm>
          <a:off x="0" y="0"/>
          <a:ext cx="0" cy="0"/>
          <a:chOff x="0" y="0"/>
          <a:chExt cx="0" cy="0"/>
        </a:xfrm>
      </p:grpSpPr>
      <p:pic>
        <p:nvPicPr>
          <p:cNvPr id="7" name="Imagem 6" descr="Um close de um objeto colorido&#10;&#10;Conteúdo gerado por IA pode estar incorreto.">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rtlCol="0" anchor="b"/>
          <a:lstStyle>
            <a:lvl1pPr>
              <a:defRPr>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608896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údo 4">
    <p:spTree>
      <p:nvGrpSpPr>
        <p:cNvPr id="1" name=""/>
        <p:cNvGrpSpPr/>
        <p:nvPr/>
      </p:nvGrpSpPr>
      <p:grpSpPr>
        <a:xfrm>
          <a:off x="0" y="0"/>
          <a:ext cx="0" cy="0"/>
          <a:chOff x="0" y="0"/>
          <a:chExt cx="0" cy="0"/>
        </a:xfrm>
      </p:grpSpPr>
      <p:pic>
        <p:nvPicPr>
          <p:cNvPr id="23" name="Imagem 22" descr="Um fundo púrpura e preto&#10;&#10;Conteúdo gerado por IA pode estar incorreto.">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rtlCol="0" anchor="b"/>
          <a:lstStyle>
            <a:lvl1pPr>
              <a:defRPr>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rtlCol="0"/>
          <a:lstStyle>
            <a:lvl1pPr>
              <a:defRPr>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089351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údo 5">
    <p:spTree>
      <p:nvGrpSpPr>
        <p:cNvPr id="1" name=""/>
        <p:cNvGrpSpPr/>
        <p:nvPr/>
      </p:nvGrpSpPr>
      <p:grpSpPr>
        <a:xfrm>
          <a:off x="0" y="0"/>
          <a:ext cx="0" cy="0"/>
          <a:chOff x="0" y="0"/>
          <a:chExt cx="0" cy="0"/>
        </a:xfrm>
      </p:grpSpPr>
      <p:pic>
        <p:nvPicPr>
          <p:cNvPr id="3" name="Imagem 2" descr="Uma luz vermelha e púrpura&#10;&#10;Conteúdo gerado por IA pode estar incorreto.">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rtlCol="0" anchor="t">
            <a:normAutofit/>
          </a:bodyPr>
          <a:lstStyle>
            <a:lvl1pPr>
              <a:defRPr sz="3000">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8" name="Espaço Reservado para Conteúdo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6666498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údo 6">
    <p:bg>
      <p:bgPr>
        <a:solidFill>
          <a:srgbClr val="09090C"/>
        </a:solidFill>
        <a:effectLst/>
      </p:bgPr>
    </p:bg>
    <p:spTree>
      <p:nvGrpSpPr>
        <p:cNvPr id="1" name=""/>
        <p:cNvGrpSpPr/>
        <p:nvPr/>
      </p:nvGrpSpPr>
      <p:grpSpPr>
        <a:xfrm>
          <a:off x="0" y="0"/>
          <a:ext cx="0" cy="0"/>
          <a:chOff x="0" y="0"/>
          <a:chExt cx="0" cy="0"/>
        </a:xfrm>
      </p:grpSpPr>
      <p:pic>
        <p:nvPicPr>
          <p:cNvPr id="9" name="Imagem 8" descr="Um fundo preto com uma luz púrpura e laranja&#10;&#10;Conteúdo gerado por IA pode estar incorreto.">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rtlCol="0" anchor="t">
            <a:normAutofit/>
          </a:bodyPr>
          <a:lstStyle>
            <a:lvl1pPr>
              <a:defRPr sz="3200">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rtlCol="0"/>
          <a:lstStyle>
            <a:lvl1pPr>
              <a:defRPr>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8" name="Espaço Reservado para Conteúdo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1766005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ú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rtlCol="0" anchor="b">
            <a:normAutofit/>
          </a:bodyPr>
          <a:lstStyle>
            <a:lvl1pPr>
              <a:defRPr sz="3000">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1679987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údo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rtlCol="0"/>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322496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údo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rtlCol="0"/>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rtlCol="0"/>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407625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údo com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rtlCol="0"/>
          <a:lstStyle>
            <a:lvl1pPr>
              <a:defRPr>
                <a:solidFill>
                  <a:schemeClr val="tx1"/>
                </a:solidFill>
                <a:effectLst/>
              </a:defRPr>
            </a:lvl1pPr>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rtlCol="0"/>
          <a:lstStyle/>
          <a:p>
            <a:pPr rtl="0"/>
            <a:fld id="{8E274F5D-21DC-40EF-8DBA-AB9BB119E939}" type="slidenum">
              <a:rPr lang="en-US" smtClean="0"/>
              <a:t>‹nº›</a:t>
            </a:fld>
            <a:endParaRPr lang="en-US" dirty="0"/>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9" name="Espaço Reservado para Imagem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2574308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údo com Imagem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rtlCol="0"/>
          <a:lstStyle>
            <a:lvl1pPr>
              <a:defRPr>
                <a:solidFill>
                  <a:schemeClr val="tx1"/>
                </a:solidFill>
                <a:effectLst/>
              </a:defRPr>
            </a:lvl1pPr>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rtlCol="0"/>
          <a:lstStyle/>
          <a:p>
            <a:pPr rtl="0"/>
            <a:fld id="{8E274F5D-21DC-40EF-8DBA-AB9BB119E939}" type="slidenum">
              <a:rPr lang="en-US" smtClean="0"/>
              <a:t>‹nº›</a:t>
            </a:fld>
            <a:endParaRPr lang="en-US"/>
          </a:p>
        </p:txBody>
      </p:sp>
      <p:sp>
        <p:nvSpPr>
          <p:cNvPr id="9" name="Espaço Reservado para Imagem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417289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údo com Imagem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rtlCol="0" anchor="t">
            <a:normAutofit/>
          </a:bodyPr>
          <a:lstStyle>
            <a:lvl1pPr>
              <a:defRPr sz="3000"/>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rtlCol="0"/>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rtlCol="0">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Espaço Reservado para Imagem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16853582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údo com Imagem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rtlCol="0"/>
          <a:lstStyle>
            <a:lvl1pPr>
              <a:defRPr>
                <a:solidFill>
                  <a:schemeClr val="tx1"/>
                </a:solidFill>
                <a:effectLst/>
              </a:defRPr>
            </a:lvl1pPr>
          </a:lstStyle>
          <a:p>
            <a:pPr rtl="0"/>
            <a:r>
              <a:rPr lang="pt-br"/>
              <a:t>Exemplo de Texto de Rodapé</a:t>
            </a:r>
          </a:p>
        </p:txBody>
      </p:sp>
      <p:sp>
        <p:nvSpPr>
          <p:cNvPr id="9" name="Espaço Reservado para Imagem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rtlCol="0"/>
          <a:lstStyle>
            <a:lvl1pPr>
              <a:defRPr/>
            </a:lvl1pPr>
          </a:lstStyle>
          <a:p>
            <a:pPr rtl="0"/>
            <a:r>
              <a:rPr lang="pt-br"/>
              <a:t>   </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rtlCol="0"/>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rtlCol="0"/>
          <a:lstStyle>
            <a:lvl1pPr>
              <a:defRPr>
                <a:solidFill>
                  <a:schemeClr val="tx1"/>
                </a:solidFill>
                <a:effectLst/>
              </a:defRPr>
            </a:lvl1pPr>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rtlCol="0" anchor="t"/>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870799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údo com Imagem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rtlCol="0"/>
          <a:lstStyle>
            <a:lvl1pPr>
              <a:defRPr>
                <a:solidFill>
                  <a:schemeClr val="tx1"/>
                </a:solidFill>
                <a:effectLst/>
              </a:defRPr>
            </a:lvl1pPr>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8E274F5D-21DC-40EF-8DBA-AB9BB119E939}" type="slidenum">
              <a:rPr lang="en-US" smtClean="0"/>
              <a:t>‹nº›</a:t>
            </a:fld>
            <a:endParaRPr lang="en-US"/>
          </a:p>
        </p:txBody>
      </p:sp>
      <p:sp>
        <p:nvSpPr>
          <p:cNvPr id="4" name="Espaço Reservado para Imagem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rtlCol="0" anchor="t"/>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6799711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údo com Imagem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rtlCol="0"/>
          <a:lstStyle>
            <a:lvl1pPr>
              <a:defRPr>
                <a:solidFill>
                  <a:schemeClr val="tx1"/>
                </a:solidFill>
                <a:effectLst/>
              </a:defRPr>
            </a:lvl1pPr>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rtlCol="0"/>
          <a:lstStyle/>
          <a:p>
            <a:pPr rtl="0"/>
            <a:fld id="{8E274F5D-21DC-40EF-8DBA-AB9BB119E939}" type="slidenum">
              <a:rPr lang="en-US" smtClean="0"/>
              <a:t>‹nº›</a:t>
            </a:fld>
            <a:endParaRPr lang="en-US"/>
          </a:p>
        </p:txBody>
      </p:sp>
      <p:sp>
        <p:nvSpPr>
          <p:cNvPr id="4" name="Espaço Reservado para Imagem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rtlCol="0" anchor="t"/>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5732533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údo com Imagem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rtlCol="0"/>
          <a:lstStyle>
            <a:lvl1pPr>
              <a:defRPr>
                <a:solidFill>
                  <a:schemeClr val="tx1"/>
                </a:solidFill>
                <a:effectLst/>
              </a:defRPr>
            </a:lvl1pPr>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8E274F5D-21DC-40EF-8DBA-AB9BB119E939}" type="slidenum">
              <a:rPr lang="en-US" smtClean="0"/>
              <a:t>‹nº›</a:t>
            </a:fld>
            <a:endParaRPr lang="en-US"/>
          </a:p>
        </p:txBody>
      </p:sp>
      <p:sp>
        <p:nvSpPr>
          <p:cNvPr id="4" name="Espaço Reservado para Imagem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7271343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údo com Imagem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rtlCol="0" anchor="t">
            <a:normAutofit/>
          </a:bodyPr>
          <a:lstStyle>
            <a:lvl1pPr>
              <a:defRPr sz="3000"/>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rtlCol="0"/>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rtlCol="0">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t-br"/>
              <a:t>   </a:t>
            </a:r>
          </a:p>
        </p:txBody>
      </p:sp>
    </p:spTree>
    <p:extLst>
      <p:ext uri="{BB962C8B-B14F-4D97-AF65-F5344CB8AC3E}">
        <p14:creationId xmlns:p14="http://schemas.microsoft.com/office/powerpoint/2010/main" val="1682498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údo com Imagem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rtlCol="0" anchor="t">
            <a:normAutofit/>
          </a:bodyPr>
          <a:lstStyle>
            <a:lvl1pPr>
              <a:defRPr sz="3000"/>
            </a:lvl1pPr>
          </a:lstStyle>
          <a:p>
            <a:pPr rtl="0"/>
            <a:r>
              <a:rPr lang="pt-br"/>
              <a:t>Clique para editar o estilo de título Mestre</a:t>
            </a:r>
          </a:p>
        </p:txBody>
      </p:sp>
      <p:sp>
        <p:nvSpPr>
          <p:cNvPr id="3" name="Espaço Reservado para Imagem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rtlCol="0"/>
          <a:lstStyle>
            <a:lvl1pPr>
              <a:defRPr/>
            </a:lvl1pPr>
          </a:lstStyle>
          <a:p>
            <a:pPr rtl="0"/>
            <a:r>
              <a:rPr lang="pt-br"/>
              <a:t>   </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rtlCol="0"/>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rtlCol="0">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4408604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údo com Imagem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rtlCol="0"/>
          <a:lstStyle>
            <a:lvl1pPr>
              <a:defRPr>
                <a:solidFill>
                  <a:schemeClr val="tx1"/>
                </a:solidFill>
                <a:effectLst/>
              </a:defRPr>
            </a:lvl1pPr>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28708538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údo com Imagem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rtlCol="0"/>
          <a:lstStyle>
            <a:lvl1pPr>
              <a:defRPr>
                <a:solidFill>
                  <a:schemeClr val="tx1"/>
                </a:solidFill>
                <a:effectLst/>
              </a:defRPr>
            </a:lvl1pPr>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3310164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údo com Imagem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lvl1pPr>
              <a:defRPr>
                <a:solidFill>
                  <a:schemeClr val="tx1"/>
                </a:solidFill>
                <a:effectLst/>
              </a:defRPr>
            </a:lvl1pPr>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rtlCol="0"/>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rtlCol="0"/>
          <a:lstStyle>
            <a:lvl1pPr>
              <a:defRPr>
                <a:solidFill>
                  <a:schemeClr val="tx1"/>
                </a:solidFill>
                <a:effectLst/>
              </a:defRPr>
            </a:lvl1pPr>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rtlCol="0" anchor="t"/>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1" name="Espaço Reservado para Imagem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852135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údo com Imagem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rtlCol="0" anchor="t">
            <a:normAutofit/>
          </a:bodyPr>
          <a:lstStyle>
            <a:lvl1pPr>
              <a:defRPr sz="3000"/>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rtlCol="0"/>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Imagem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17517433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údo com Imagem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lvl1pPr>
              <a:defRPr>
                <a:solidFill>
                  <a:schemeClr val="tx1"/>
                </a:solidFill>
                <a:effectLst/>
              </a:defRPr>
            </a:lvl1pPr>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rtlCol="0"/>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lvl1pPr>
              <a:defRPr>
                <a:solidFill>
                  <a:schemeClr val="tx1"/>
                </a:solidFill>
                <a:effectLst/>
              </a:defRPr>
            </a:lvl1pPr>
          </a:lstStyle>
          <a:p>
            <a:pPr rtl="0"/>
            <a:fld id="{8E274F5D-21DC-40EF-8DBA-AB9BB119E939}" type="slidenum">
              <a:rPr lang="en-US" smtClean="0"/>
              <a:t>‹nº›</a:t>
            </a:fld>
            <a:endParaRPr lang="en-US"/>
          </a:p>
        </p:txBody>
      </p:sp>
      <p:sp>
        <p:nvSpPr>
          <p:cNvPr id="9" name="Espaço Reservado para Imagem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rtlCol="0" anchor="t"/>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9609260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údo com Imagem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rtlCol="0"/>
          <a:lstStyle>
            <a:lvl1pPr>
              <a:defRPr>
                <a:solidFill>
                  <a:schemeClr val="tx1"/>
                </a:solidFill>
                <a:effectLst/>
              </a:defRPr>
            </a:lvl1pPr>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rtlCol="0"/>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rtlCol="0"/>
          <a:lstStyle>
            <a:lvl1pPr>
              <a:defRPr>
                <a:solidFill>
                  <a:schemeClr val="tx1"/>
                </a:solidFill>
                <a:effectLst/>
              </a:defRPr>
            </a:lvl1pPr>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rtlCol="0" anchor="t"/>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9" name="Espaço Reservado para Imagem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rtlCol="0"/>
          <a:lstStyle>
            <a:lvl1pPr>
              <a:defRPr/>
            </a:lvl1pPr>
          </a:lstStyle>
          <a:p>
            <a:pPr rtl="0"/>
            <a:r>
              <a:rPr lang="pt-br"/>
              <a:t>   </a:t>
            </a:r>
          </a:p>
        </p:txBody>
      </p:sp>
    </p:spTree>
    <p:extLst>
      <p:ext uri="{BB962C8B-B14F-4D97-AF65-F5344CB8AC3E}">
        <p14:creationId xmlns:p14="http://schemas.microsoft.com/office/powerpoint/2010/main" val="25771676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údo com Imagem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rtlCol="0" anchor="t"/>
          <a:lstStyle/>
          <a:p>
            <a:pPr rtl="0"/>
            <a:r>
              <a:rPr lang="pt-br"/>
              <a:t>Clique para editar o estilo de título Mestre</a:t>
            </a:r>
          </a:p>
        </p:txBody>
      </p:sp>
      <p:sp>
        <p:nvSpPr>
          <p:cNvPr id="4" name="Espaço Reservado para Imagem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rtlCol="0"/>
          <a:lstStyle>
            <a:lvl1pPr>
              <a:defRPr/>
            </a:lvl1pPr>
          </a:lstStyle>
          <a:p>
            <a:pPr rtl="0"/>
            <a:r>
              <a:rPr lang="pt-br"/>
              <a:t>   </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rtlCol="0"/>
          <a:lstStyle>
            <a:lvl1pPr>
              <a:defRPr>
                <a:solidFill>
                  <a:schemeClr val="tx1"/>
                </a:solidFill>
                <a:effectLst/>
              </a:defRPr>
            </a:lvl1pPr>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8E274F5D-21DC-40EF-8DBA-AB9BB119E939}" type="slidenum">
              <a:rPr lang="en-US" smtClean="0"/>
              <a:t>‹nº›</a:t>
            </a:fld>
            <a:endParaRPr lang="en-US"/>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093712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údo com Imagem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rtlCol="0" anchor="t"/>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rtlCol="0"/>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rtlCol="0"/>
          <a:lstStyle/>
          <a:p>
            <a:pPr rtl="0"/>
            <a:r>
              <a:rPr lang="en-US"/>
              <a:t>02/12/2025</a:t>
            </a:r>
            <a:endParaRPr lang="en-US" dirty="0"/>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rtlCol="0"/>
          <a:lstStyle/>
          <a:p>
            <a:pPr rtl="0"/>
            <a:fld id="{8E274F5D-21DC-40EF-8DBA-AB9BB119E939}" type="slidenum">
              <a:rPr lang="en-US" smtClean="0"/>
              <a:t>‹nº›</a:t>
            </a:fld>
            <a:endParaRPr lang="en-US"/>
          </a:p>
        </p:txBody>
      </p:sp>
      <p:sp>
        <p:nvSpPr>
          <p:cNvPr id="4" name="Espaço Reservado para Imagem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rtlCol="0"/>
          <a:lstStyle>
            <a:lvl1pPr>
              <a:defRPr/>
            </a:lvl1pPr>
          </a:lstStyle>
          <a:p>
            <a:pPr rtl="0"/>
            <a:r>
              <a:rPr lang="pt-br"/>
              <a:t>   </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8899375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úmero Grande">
    <p:spTree>
      <p:nvGrpSpPr>
        <p:cNvPr id="1" name=""/>
        <p:cNvGrpSpPr/>
        <p:nvPr/>
      </p:nvGrpSpPr>
      <p:grpSpPr>
        <a:xfrm>
          <a:off x="0" y="0"/>
          <a:ext cx="0" cy="0"/>
          <a:chOff x="0" y="0"/>
          <a:chExt cx="0" cy="0"/>
        </a:xfrm>
      </p:grpSpPr>
      <p:pic>
        <p:nvPicPr>
          <p:cNvPr id="6" name="Imagem 5" descr="Close de uma tela de fundo colorida&#10;&#10;Conteúdo gerado por IA pode estar incorreto.">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ítulo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rtlCol="0" anchor="b">
            <a:normAutofit/>
          </a:bodyPr>
          <a:lstStyle>
            <a:lvl1pPr>
              <a:defRPr sz="2000" spc="-50" baseline="0"/>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6D6D72DC-8ED1-FAB8-CD4C-7BDCAEA2C329}"/>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endParaRPr lang="en-US" dirty="0"/>
          </a:p>
        </p:txBody>
      </p:sp>
      <p:sp>
        <p:nvSpPr>
          <p:cNvPr id="3" name="Espaço Reservado para Data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12" name="Espaço Reservado para Conteúdo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rtlCol="0">
            <a:noAutofit/>
          </a:bodyPr>
          <a:lstStyle>
            <a:lvl1pPr>
              <a:lnSpc>
                <a:spcPct val="80000"/>
              </a:lnSpc>
              <a:defRPr sz="26000"/>
            </a:lvl1pPr>
          </a:lstStyle>
          <a:p>
            <a:pPr lvl="0" rtl="0"/>
            <a:r>
              <a:rPr lang="pt-br"/>
              <a:t>XX%</a:t>
            </a:r>
          </a:p>
        </p:txBody>
      </p:sp>
    </p:spTree>
    <p:extLst>
      <p:ext uri="{BB962C8B-B14F-4D97-AF65-F5344CB8AC3E}">
        <p14:creationId xmlns:p14="http://schemas.microsoft.com/office/powerpoint/2010/main" val="24071668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úmero Grande 2">
    <p:spTree>
      <p:nvGrpSpPr>
        <p:cNvPr id="1" name=""/>
        <p:cNvGrpSpPr/>
        <p:nvPr/>
      </p:nvGrpSpPr>
      <p:grpSpPr>
        <a:xfrm>
          <a:off x="0" y="0"/>
          <a:ext cx="0" cy="0"/>
          <a:chOff x="0" y="0"/>
          <a:chExt cx="0" cy="0"/>
        </a:xfrm>
      </p:grpSpPr>
      <p:pic>
        <p:nvPicPr>
          <p:cNvPr id="6" name="Imagem 5" descr="Um close de um objeto colorido&#10;&#10;Conteúdo gerado por IA pode estar incorreto.">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ítulo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rtl="0"/>
            <a:r>
              <a:rPr lang="pt-br"/>
              <a:t>Clique para editar o estilo de título Mestre</a:t>
            </a:r>
          </a:p>
        </p:txBody>
      </p:sp>
      <p:sp>
        <p:nvSpPr>
          <p:cNvPr id="4" name="Espaço Reservado para Rodapé 3">
            <a:extLst>
              <a:ext uri="{FF2B5EF4-FFF2-40B4-BE49-F238E27FC236}">
                <a16:creationId xmlns:a16="http://schemas.microsoft.com/office/drawing/2014/main" id="{6D6D72DC-8ED1-FAB8-CD4C-7BDCAEA2C329}"/>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14C6FDB9-A3B3-A4DB-D081-D27ECC7043C1}"/>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10" name="Espaço Reservado para Conteúdo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rtlCol="0" anchor="b"/>
          <a:lstStyle>
            <a:lvl1pPr>
              <a:defRPr sz="27500"/>
            </a:lvl1pPr>
          </a:lstStyle>
          <a:p>
            <a:pPr lvl="0" rtl="0"/>
            <a:r>
              <a:rPr lang="pt-br"/>
              <a:t>##%</a:t>
            </a:r>
          </a:p>
        </p:txBody>
      </p:sp>
    </p:spTree>
    <p:extLst>
      <p:ext uri="{BB962C8B-B14F-4D97-AF65-F5344CB8AC3E}">
        <p14:creationId xmlns:p14="http://schemas.microsoft.com/office/powerpoint/2010/main" val="76713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úmero Grande 3">
    <p:spTree>
      <p:nvGrpSpPr>
        <p:cNvPr id="1" name=""/>
        <p:cNvGrpSpPr/>
        <p:nvPr/>
      </p:nvGrpSpPr>
      <p:grpSpPr>
        <a:xfrm>
          <a:off x="0" y="0"/>
          <a:ext cx="0" cy="0"/>
          <a:chOff x="0" y="0"/>
          <a:chExt cx="0" cy="0"/>
        </a:xfrm>
      </p:grpSpPr>
      <p:pic>
        <p:nvPicPr>
          <p:cNvPr id="6" name="Imagem 5" descr="Um fundo púrpura e preto&#10;&#10;Conteúdo gerado por IA pode estar incorreto.">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ítulo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rtlCol="0"/>
          <a:lstStyle>
            <a:lvl1pPr>
              <a:defRPr sz="2400" spc="-50" baseline="0">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6D6D72DC-8ED1-FAB8-CD4C-7BDCAEA2C329}"/>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3" name="Espaço Reservado para Data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12" name="Espaço Reservado para Conteúdo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rtlCol="0" anchor="b"/>
          <a:lstStyle>
            <a:lvl1pPr>
              <a:lnSpc>
                <a:spcPct val="85000"/>
              </a:lnSpc>
              <a:defRPr sz="30500" spc="-100" baseline="0">
                <a:solidFill>
                  <a:schemeClr val="tx1"/>
                </a:solidFill>
              </a:defRPr>
            </a:lvl1pPr>
          </a:lstStyle>
          <a:p>
            <a:pPr lvl="0" rtl="0"/>
            <a:r>
              <a:rPr lang="pt-br"/>
              <a:t>##%</a:t>
            </a:r>
          </a:p>
        </p:txBody>
      </p:sp>
    </p:spTree>
    <p:extLst>
      <p:ext uri="{BB962C8B-B14F-4D97-AF65-F5344CB8AC3E}">
        <p14:creationId xmlns:p14="http://schemas.microsoft.com/office/powerpoint/2010/main" val="29976010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eclaração">
    <p:spTree>
      <p:nvGrpSpPr>
        <p:cNvPr id="1" name=""/>
        <p:cNvGrpSpPr/>
        <p:nvPr/>
      </p:nvGrpSpPr>
      <p:grpSpPr>
        <a:xfrm>
          <a:off x="0" y="0"/>
          <a:ext cx="0" cy="0"/>
          <a:chOff x="0" y="0"/>
          <a:chExt cx="0" cy="0"/>
        </a:xfrm>
      </p:grpSpPr>
      <p:pic>
        <p:nvPicPr>
          <p:cNvPr id="6" name="Imagem 5" descr="Uma luz vermelha e púrpura&#10;&#10;Conteúdo gerado por IA pode estar incorreto.">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rtlCol="0"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814800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eclaração 2">
    <p:spTree>
      <p:nvGrpSpPr>
        <p:cNvPr id="1" name=""/>
        <p:cNvGrpSpPr/>
        <p:nvPr/>
      </p:nvGrpSpPr>
      <p:grpSpPr>
        <a:xfrm>
          <a:off x="0" y="0"/>
          <a:ext cx="0" cy="0"/>
          <a:chOff x="0" y="0"/>
          <a:chExt cx="0" cy="0"/>
        </a:xfrm>
      </p:grpSpPr>
      <p:pic>
        <p:nvPicPr>
          <p:cNvPr id="8" name="Imagem 7" descr="Uma luz vermelha e púrpura&#10;&#10;Conteúdo gerado por IA pode estar incorreto.">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rtlCol="0"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1623627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claração 3">
    <p:spTree>
      <p:nvGrpSpPr>
        <p:cNvPr id="1" name=""/>
        <p:cNvGrpSpPr/>
        <p:nvPr/>
      </p:nvGrpSpPr>
      <p:grpSpPr>
        <a:xfrm>
          <a:off x="0" y="0"/>
          <a:ext cx="0" cy="0"/>
          <a:chOff x="0" y="0"/>
          <a:chExt cx="0" cy="0"/>
        </a:xfrm>
      </p:grpSpPr>
      <p:pic>
        <p:nvPicPr>
          <p:cNvPr id="6" name="Imagem 5" descr="Um close de um objeto colorido&#10;&#10;Conteúdo gerado por IA pode estar incorreto.">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rtlCol="0"/>
          <a:lstStyle>
            <a:lvl1pPr>
              <a:defRPr>
                <a:solidFill>
                  <a:schemeClr val="tx1"/>
                </a:solidFill>
              </a:defRPr>
            </a:lvl1pPr>
          </a:lstStyle>
          <a:p>
            <a:pPr rtl="0"/>
            <a:r>
              <a:rPr lang="pt-br"/>
              <a:t>Exemplo de Texto de Rodapé</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rtlCol="0"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8257941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claraçã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rtlCol="0"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3306026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itação">
    <p:spTree>
      <p:nvGrpSpPr>
        <p:cNvPr id="1" name=""/>
        <p:cNvGrpSpPr/>
        <p:nvPr/>
      </p:nvGrpSpPr>
      <p:grpSpPr>
        <a:xfrm>
          <a:off x="0" y="0"/>
          <a:ext cx="0" cy="0"/>
          <a:chOff x="0" y="0"/>
          <a:chExt cx="0" cy="0"/>
        </a:xfrm>
      </p:grpSpPr>
      <p:pic>
        <p:nvPicPr>
          <p:cNvPr id="6" name="Imagem 5" descr="Close de uma tela de fundo colorida&#10;&#10;Conteúdo gerado por IA pode estar incorreto.">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ítulo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rtlCol="0" anchor="ctr">
            <a:normAutofit/>
          </a:bodyPr>
          <a:lstStyle>
            <a:lvl1pPr algn="r">
              <a:lnSpc>
                <a:spcPct val="90000"/>
              </a:lnSpc>
              <a:defRPr sz="1400" b="0" cap="all" spc="100" baseline="0">
                <a:solidFill>
                  <a:schemeClr val="tx1"/>
                </a:solidFill>
              </a:defRPr>
            </a:lvl1pPr>
          </a:lstStyle>
          <a:p>
            <a:pPr rtl="0"/>
            <a:r>
              <a:rPr lang="pt-br"/>
              <a:t>Autor da Citação</a:t>
            </a:r>
          </a:p>
        </p:txBody>
      </p:sp>
      <p:sp>
        <p:nvSpPr>
          <p:cNvPr id="4" name="Espaço Reservado para Rodapé 3">
            <a:extLst>
              <a:ext uri="{FF2B5EF4-FFF2-40B4-BE49-F238E27FC236}">
                <a16:creationId xmlns:a16="http://schemas.microsoft.com/office/drawing/2014/main" id="{A4AFB98B-06E5-997A-53DA-CC0E6A618ED8}"/>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5E4CA6F2-8C52-8488-999E-FEF7877BAFC3}"/>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rtlCol="0"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rtl="0"/>
            <a:r>
              <a:rPr lang="pt-br"/>
              <a:t>Clique para adicionar uma Citação</a:t>
            </a:r>
          </a:p>
        </p:txBody>
      </p:sp>
    </p:spTree>
    <p:extLst>
      <p:ext uri="{BB962C8B-B14F-4D97-AF65-F5344CB8AC3E}">
        <p14:creationId xmlns:p14="http://schemas.microsoft.com/office/powerpoint/2010/main" val="5703295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itação 2">
    <p:spTree>
      <p:nvGrpSpPr>
        <p:cNvPr id="1" name=""/>
        <p:cNvGrpSpPr/>
        <p:nvPr/>
      </p:nvGrpSpPr>
      <p:grpSpPr>
        <a:xfrm>
          <a:off x="0" y="0"/>
          <a:ext cx="0" cy="0"/>
          <a:chOff x="0" y="0"/>
          <a:chExt cx="0" cy="0"/>
        </a:xfrm>
      </p:grpSpPr>
      <p:pic>
        <p:nvPicPr>
          <p:cNvPr id="10" name="Imagem 9" descr="Um fundo preto com uma luz vermelha e amarela&#10;&#10;Conteúdo gerado por IA pode estar incorreto.">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ítulo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rtlCol="0" anchor="t">
            <a:normAutofit/>
          </a:bodyPr>
          <a:lstStyle>
            <a:lvl1pPr>
              <a:lnSpc>
                <a:spcPct val="90000"/>
              </a:lnSpc>
              <a:defRPr sz="1400" b="0" cap="all" spc="0" baseline="0">
                <a:solidFill>
                  <a:schemeClr val="tx1"/>
                </a:solidFill>
              </a:defRPr>
            </a:lvl1pPr>
          </a:lstStyle>
          <a:p>
            <a:pPr rtl="0"/>
            <a:r>
              <a:rPr lang="pt-br"/>
              <a:t>Autor da Citação</a:t>
            </a:r>
          </a:p>
        </p:txBody>
      </p:sp>
      <p:sp>
        <p:nvSpPr>
          <p:cNvPr id="4" name="Espaço Reservado para Rodapé 3">
            <a:extLst>
              <a:ext uri="{FF2B5EF4-FFF2-40B4-BE49-F238E27FC236}">
                <a16:creationId xmlns:a16="http://schemas.microsoft.com/office/drawing/2014/main" id="{A4AFB98B-06E5-997A-53DA-CC0E6A618ED8}"/>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5E4CA6F2-8C52-8488-999E-FEF7877BAFC3}"/>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rtlCol="0"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rtl="0"/>
            <a:r>
              <a:rPr lang="pt-br"/>
              <a:t>Clique para adicionar uma Citação</a:t>
            </a:r>
          </a:p>
        </p:txBody>
      </p:sp>
    </p:spTree>
    <p:extLst>
      <p:ext uri="{BB962C8B-B14F-4D97-AF65-F5344CB8AC3E}">
        <p14:creationId xmlns:p14="http://schemas.microsoft.com/office/powerpoint/2010/main" val="7570672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itação 3">
    <p:spTree>
      <p:nvGrpSpPr>
        <p:cNvPr id="1" name=""/>
        <p:cNvGrpSpPr/>
        <p:nvPr/>
      </p:nvGrpSpPr>
      <p:grpSpPr>
        <a:xfrm>
          <a:off x="0" y="0"/>
          <a:ext cx="0" cy="0"/>
          <a:chOff x="0" y="0"/>
          <a:chExt cx="0" cy="0"/>
        </a:xfrm>
      </p:grpSpPr>
      <p:pic>
        <p:nvPicPr>
          <p:cNvPr id="9" name="Imagem 8" descr="Uma luz colorida em um plano de fundo preto&#10;&#10;Conteúdo gerado por IA pode estar incorreto.">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ítulo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rtlCol="0" anchor="t">
            <a:normAutofit/>
          </a:bodyPr>
          <a:lstStyle>
            <a:lvl1pPr>
              <a:lnSpc>
                <a:spcPct val="90000"/>
              </a:lnSpc>
              <a:defRPr sz="1400" b="0" cap="all" spc="-50" baseline="0">
                <a:solidFill>
                  <a:schemeClr val="tx1"/>
                </a:solidFill>
              </a:defRPr>
            </a:lvl1pPr>
          </a:lstStyle>
          <a:p>
            <a:pPr rtl="0"/>
            <a:r>
              <a:rPr lang="pt-br"/>
              <a:t>Autor da Citação</a:t>
            </a:r>
          </a:p>
        </p:txBody>
      </p:sp>
      <p:sp>
        <p:nvSpPr>
          <p:cNvPr id="4" name="Espaço Reservado para Rodapé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rtlCol="0"/>
          <a:lstStyle>
            <a:lvl1pPr>
              <a:defRPr>
                <a:solidFill>
                  <a:schemeClr val="tx1"/>
                </a:solidFill>
              </a:defRPr>
            </a:lvl1pPr>
          </a:lstStyle>
          <a:p>
            <a:pPr rtl="0"/>
            <a:r>
              <a:rPr lang="pt-br"/>
              <a:t>Exemplo de Texto de Rodapé</a:t>
            </a:r>
          </a:p>
        </p:txBody>
      </p:sp>
      <p:sp>
        <p:nvSpPr>
          <p:cNvPr id="3" name="Espaço Reservado para Data 2">
            <a:extLst>
              <a:ext uri="{FF2B5EF4-FFF2-40B4-BE49-F238E27FC236}">
                <a16:creationId xmlns:a16="http://schemas.microsoft.com/office/drawing/2014/main" id="{5E4CA6F2-8C52-8488-999E-FEF7877BAFC3}"/>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rtlCol="0"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rtl="0"/>
            <a:r>
              <a:rPr lang="pt-br"/>
              <a:t>Clique para adicionar uma Citação</a:t>
            </a:r>
          </a:p>
        </p:txBody>
      </p:sp>
    </p:spTree>
    <p:extLst>
      <p:ext uri="{BB962C8B-B14F-4D97-AF65-F5344CB8AC3E}">
        <p14:creationId xmlns:p14="http://schemas.microsoft.com/office/powerpoint/2010/main" val="16969310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itação 4">
    <p:spTree>
      <p:nvGrpSpPr>
        <p:cNvPr id="1" name=""/>
        <p:cNvGrpSpPr/>
        <p:nvPr/>
      </p:nvGrpSpPr>
      <p:grpSpPr>
        <a:xfrm>
          <a:off x="0" y="0"/>
          <a:ext cx="0" cy="0"/>
          <a:chOff x="0" y="0"/>
          <a:chExt cx="0" cy="0"/>
        </a:xfrm>
      </p:grpSpPr>
      <p:pic>
        <p:nvPicPr>
          <p:cNvPr id="6" name="Imagem 5" descr="Um close de um objeto colorido&#10;&#10;Conteúdo gerado por IA pode estar incorreto.">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ítulo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rtlCol="0" anchor="ctr"/>
          <a:lstStyle>
            <a:lvl1pPr>
              <a:defRPr sz="1400" cap="all" spc="100" baseline="0">
                <a:solidFill>
                  <a:schemeClr val="tx1"/>
                </a:solidFill>
              </a:defRPr>
            </a:lvl1pPr>
          </a:lstStyle>
          <a:p>
            <a:pPr rtl="0"/>
            <a:r>
              <a:rPr lang="pt-br"/>
              <a:t>Autor da Citação</a:t>
            </a:r>
          </a:p>
        </p:txBody>
      </p:sp>
      <p:sp>
        <p:nvSpPr>
          <p:cNvPr id="4" name="Espaço Reservado para Rodapé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rtlCol="0"/>
          <a:lstStyle>
            <a:lvl1pPr>
              <a:defRPr>
                <a:solidFill>
                  <a:schemeClr val="tx1"/>
                </a:solidFill>
              </a:defRPr>
            </a:lvl1pPr>
          </a:lstStyle>
          <a:p>
            <a:pPr rtl="0"/>
            <a:r>
              <a:rPr lang="pt-br"/>
              <a:t>Exemplo de Texto de Rodapé</a:t>
            </a:r>
          </a:p>
        </p:txBody>
      </p:sp>
      <p:sp>
        <p:nvSpPr>
          <p:cNvPr id="3" name="Espaço Reservado para Data 2">
            <a:extLst>
              <a:ext uri="{FF2B5EF4-FFF2-40B4-BE49-F238E27FC236}">
                <a16:creationId xmlns:a16="http://schemas.microsoft.com/office/drawing/2014/main" id="{5E4CA6F2-8C52-8488-999E-FEF7877BAFC3}"/>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rtlCol="0"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rtl="0"/>
            <a:r>
              <a:rPr lang="pt-br"/>
              <a:t>Clique para adicionar uma Citação</a:t>
            </a:r>
          </a:p>
        </p:txBody>
      </p:sp>
    </p:spTree>
    <p:extLst>
      <p:ext uri="{BB962C8B-B14F-4D97-AF65-F5344CB8AC3E}">
        <p14:creationId xmlns:p14="http://schemas.microsoft.com/office/powerpoint/2010/main" val="16758923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itaçã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rtlCol="0" anchor="ctr">
            <a:normAutofit/>
          </a:bodyPr>
          <a:lstStyle>
            <a:lvl1pPr algn="ctr">
              <a:lnSpc>
                <a:spcPct val="120000"/>
              </a:lnSpc>
              <a:defRPr sz="1400" b="0" cap="all" spc="100" baseline="0">
                <a:solidFill>
                  <a:schemeClr val="tx1"/>
                </a:solidFill>
              </a:defRPr>
            </a:lvl1pPr>
          </a:lstStyle>
          <a:p>
            <a:pPr rtl="0"/>
            <a:r>
              <a:rPr lang="pt-br"/>
              <a:t>Autor da Citação</a:t>
            </a:r>
          </a:p>
        </p:txBody>
      </p:sp>
      <p:sp>
        <p:nvSpPr>
          <p:cNvPr id="4" name="Espaço Reservado para Rodapé 3">
            <a:extLst>
              <a:ext uri="{FF2B5EF4-FFF2-40B4-BE49-F238E27FC236}">
                <a16:creationId xmlns:a16="http://schemas.microsoft.com/office/drawing/2014/main" id="{A4AFB98B-06E5-997A-53DA-CC0E6A618ED8}"/>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3" name="Espaço Reservado para Data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7" name="Espaço Reservado para Conteúdo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rtlCol="0"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rtl="0"/>
            <a:r>
              <a:rPr lang="pt-br"/>
              <a:t>Clique para adicionar uma Citação</a:t>
            </a:r>
          </a:p>
        </p:txBody>
      </p:sp>
    </p:spTree>
    <p:extLst>
      <p:ext uri="{BB962C8B-B14F-4D97-AF65-F5344CB8AC3E}">
        <p14:creationId xmlns:p14="http://schemas.microsoft.com/office/powerpoint/2010/main" val="16230738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ois conteú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rtlCol="0"/>
          <a:lstStyle>
            <a:lvl1pPr>
              <a:defRPr>
                <a:solidFill>
                  <a:schemeClr val="tx1"/>
                </a:solidFill>
              </a:defRPr>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4" name="Espaço Reservado para Conteúdo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8" name="Espaço Reservado para Conteúdo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7116423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rtlCol="0"/>
          <a:lstStyle>
            <a:lvl1pPr>
              <a:defRPr>
                <a:solidFill>
                  <a:schemeClr val="tx1"/>
                </a:solidFill>
              </a:defRPr>
            </a:lvl1pPr>
          </a:lstStyle>
          <a:p>
            <a:pPr rtl="0"/>
            <a:r>
              <a:rPr lang="pt-br"/>
              <a:t>Clique para editar o estilo de título Mestre</a:t>
            </a:r>
          </a:p>
        </p:txBody>
      </p:sp>
      <p:sp>
        <p:nvSpPr>
          <p:cNvPr id="8" name="Espaço Reservado para Rodapé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7" name="Espaço Reservado para Data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rtlCol="0"/>
          <a:lstStyle>
            <a:lvl1pPr>
              <a:defRPr>
                <a:solidFill>
                  <a:schemeClr val="tx1"/>
                </a:solidFill>
              </a:defRPr>
            </a:lvl1pPr>
          </a:lstStyle>
          <a:p>
            <a:pPr rtl="0"/>
            <a:r>
              <a:rPr lang="en-US"/>
              <a:t>02/12/2025</a:t>
            </a:r>
            <a:endParaRPr lang="en-US" dirty="0"/>
          </a:p>
        </p:txBody>
      </p:sp>
      <p:sp>
        <p:nvSpPr>
          <p:cNvPr id="9" name="Espaço Reservado para o Número do Slide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rtlCol="0"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4" name="Espaço Reservado para Conteúdo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rtlCol="0"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6" name="Espaço Reservado para Conteúdo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6009838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rtlCol="0"/>
          <a:lstStyle>
            <a:lvl1pPr>
              <a:defRPr>
                <a:solidFill>
                  <a:schemeClr val="tx1"/>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lvl1pPr>
              <a:defRPr>
                <a:solidFill>
                  <a:schemeClr val="tx1"/>
                </a:solidFill>
              </a:defRPr>
            </a:lvl1pPr>
          </a:lstStyle>
          <a:p>
            <a:pPr rtl="0"/>
            <a:r>
              <a:rPr lang="pt-br"/>
              <a:t>Amostra de Texto de Rodapé</a:t>
            </a:r>
          </a:p>
        </p:txBody>
      </p:sp>
      <p:sp>
        <p:nvSpPr>
          <p:cNvPr id="3" name="Espaço Reservado para Dat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5" name="Espaço Reservado para o Número do Slid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31867294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Vazio">
    <p:spTree>
      <p:nvGrpSpPr>
        <p:cNvPr id="1" name=""/>
        <p:cNvGrpSpPr/>
        <p:nvPr/>
      </p:nvGrpSpPr>
      <p:grpSpPr>
        <a:xfrm>
          <a:off x="0" y="0"/>
          <a:ext cx="0" cy="0"/>
          <a:chOff x="0" y="0"/>
          <a:chExt cx="0" cy="0"/>
        </a:xfrm>
      </p:grpSpPr>
      <p:sp>
        <p:nvSpPr>
          <p:cNvPr id="3" name="Espaço Reservado para Rodapé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2" name="Espaço Reservado para Dat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4" name="Espaço Reservado para o Número do Slid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Tree>
    <p:extLst>
      <p:ext uri="{BB962C8B-B14F-4D97-AF65-F5344CB8AC3E}">
        <p14:creationId xmlns:p14="http://schemas.microsoft.com/office/powerpoint/2010/main" val="12879325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rtlCol="0" anchor="t">
            <a:normAutofit/>
          </a:bodyPr>
          <a:lstStyle>
            <a:lvl1pPr>
              <a:defRPr sz="3000">
                <a:solidFill>
                  <a:schemeClr val="tx1"/>
                </a:solidFill>
              </a:defRPr>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5" name="Espaço Reservado para Data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rtlCol="0"/>
          <a:lstStyle>
            <a:lvl1pPr>
              <a:defRPr>
                <a:solidFill>
                  <a:schemeClr val="tx1"/>
                </a:solidFill>
              </a:defRPr>
            </a:lvl1pPr>
          </a:lstStyle>
          <a:p>
            <a:pPr rtl="0"/>
            <a:r>
              <a:rPr lang="en-US"/>
              <a:t>02/12/2025</a:t>
            </a:r>
          </a:p>
        </p:txBody>
      </p:sp>
      <p:sp>
        <p:nvSpPr>
          <p:cNvPr id="7" name="Espaço Reservado para o Número do Slid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rtlCol="0"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5898671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rtlCol="0" anchor="t">
            <a:normAutofit/>
          </a:bodyPr>
          <a:lstStyle>
            <a:lvl1pPr>
              <a:defRPr sz="3000">
                <a:solidFill>
                  <a:schemeClr val="tx1"/>
                </a:solidFill>
              </a:defRPr>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rtlCol="0"/>
          <a:lstStyle>
            <a:lvl1pPr>
              <a:defRPr>
                <a:solidFill>
                  <a:schemeClr val="tx1"/>
                </a:solidFill>
              </a:defRPr>
            </a:lvl1pPr>
          </a:lstStyle>
          <a:p>
            <a:pPr rtl="0"/>
            <a:r>
              <a:rPr lang="pt-br"/>
              <a:t>Exemplo de Texto de Rodapé</a:t>
            </a:r>
          </a:p>
        </p:txBody>
      </p:sp>
      <p:sp>
        <p:nvSpPr>
          <p:cNvPr id="5" name="Espaço Reservado para Data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rtlCol="0"/>
          <a:lstStyle>
            <a:lvl1pPr>
              <a:defRPr>
                <a:solidFill>
                  <a:schemeClr val="tx1"/>
                </a:solidFill>
              </a:defRPr>
            </a:lvl1pPr>
          </a:lstStyle>
          <a:p>
            <a:pPr rtl="0"/>
            <a:r>
              <a:rPr lang="en-US"/>
              <a:t>02/12/2025</a:t>
            </a:r>
          </a:p>
        </p:txBody>
      </p:sp>
      <p:sp>
        <p:nvSpPr>
          <p:cNvPr id="7" name="Espaço Reservado para o Número do Slide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rtlCol="0"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8" name="Espaço Reservado para Imagem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rtlCol="0">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a:t>   </a:t>
            </a:r>
          </a:p>
        </p:txBody>
      </p:sp>
    </p:spTree>
    <p:extLst>
      <p:ext uri="{BB962C8B-B14F-4D97-AF65-F5344CB8AC3E}">
        <p14:creationId xmlns:p14="http://schemas.microsoft.com/office/powerpoint/2010/main" val="324753067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ão">
    <p:spTree>
      <p:nvGrpSpPr>
        <p:cNvPr id="1" name=""/>
        <p:cNvGrpSpPr/>
        <p:nvPr/>
      </p:nvGrpSpPr>
      <p:grpSpPr>
        <a:xfrm>
          <a:off x="0" y="0"/>
          <a:ext cx="0" cy="0"/>
          <a:chOff x="0" y="0"/>
          <a:chExt cx="0" cy="0"/>
        </a:xfrm>
      </p:grpSpPr>
      <p:pic>
        <p:nvPicPr>
          <p:cNvPr id="7" name="Imagem 6" descr="Uma luz vermelha e púrpura&#10;&#10;Conteúdo gerado por IA pode estar incorreto.">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rtlCol="0" anchor="t">
            <a:noAutofit/>
          </a:bodyPr>
          <a:lstStyle>
            <a:lvl1pPr>
              <a:defRPr sz="7200">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3709825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ão 2">
    <p:spTree>
      <p:nvGrpSpPr>
        <p:cNvPr id="1" name=""/>
        <p:cNvGrpSpPr/>
        <p:nvPr/>
      </p:nvGrpSpPr>
      <p:grpSpPr>
        <a:xfrm>
          <a:off x="0" y="0"/>
          <a:ext cx="0" cy="0"/>
          <a:chOff x="0" y="0"/>
          <a:chExt cx="0" cy="0"/>
        </a:xfrm>
      </p:grpSpPr>
      <p:pic>
        <p:nvPicPr>
          <p:cNvPr id="3" name="Imagem 2" descr="Uma luz vermelha e púrpura&#10;&#10;Conteúdo gerado por IA pode estar incorreto.">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ítulo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rtlCol="0"/>
          <a:lstStyle>
            <a:lvl1pPr>
              <a:defRPr sz="7200">
                <a:solidFill>
                  <a:schemeClr val="tx1"/>
                </a:solidFill>
              </a:defRPr>
            </a:lvl1pPr>
          </a:lstStyle>
          <a:p>
            <a:pPr rtl="0"/>
            <a:r>
              <a:rPr lang="pt-br"/>
              <a:t>Clique para editar o estilo de título Mestre</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02/12/2025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8E274F5D-21DC-40EF-8DBA-AB9BB119E939}" type="slidenum">
              <a:rPr lang="en-US" smtClean="0"/>
              <a:pPr rtl="0"/>
              <a:t>‹nº›</a:t>
            </a:fld>
            <a:endParaRPr lang="en-US"/>
          </a:p>
        </p:txBody>
      </p:sp>
      <p:sp>
        <p:nvSpPr>
          <p:cNvPr id="12" name="Espaço Reservado para Conteúdo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5982030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pPr rtl="0"/>
            <a:r>
              <a:rPr lang="pt-br"/>
              <a:t>Exemplo de Texto de Rodapé</a:t>
            </a:r>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pPr rtl="0"/>
            <a:r>
              <a:rPr lang="en-US"/>
              <a:t>02/12/2025</a:t>
            </a:r>
            <a:endParaRPr lang="en-US" dirty="0"/>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pPr rtl="0"/>
            <a:fld id="{8E274F5D-21DC-40EF-8DBA-AB9BB119E939}" type="slidenum">
              <a:rPr lang="en-US" smtClean="0"/>
              <a:pPr rtl="0"/>
              <a:t>‹nº›</a:t>
            </a:fld>
            <a:endParaRPr lang="en-US" dirty="0"/>
          </a:p>
        </p:txBody>
      </p:sp>
    </p:spTree>
    <p:extLst>
      <p:ext uri="{BB962C8B-B14F-4D97-AF65-F5344CB8AC3E}">
        <p14:creationId xmlns:p14="http://schemas.microsoft.com/office/powerpoint/2010/main" val="3989359972"/>
      </p:ext>
    </p:extLst>
  </p:cSld>
  <p:clrMap bg1="dk1" tx1="lt1" bg2="dk2" tx2="lt2" accent1="accent1" accent2="accent2" accent3="accent3" accent4="accent4" accent5="accent5" accent6="accent6" hlink="hlink" folHlink="folHlink"/>
  <p:sldLayoutIdLst>
    <p:sldLayoutId id="2147483656" r:id="rId1"/>
    <p:sldLayoutId id="2147483652" r:id="rId2"/>
    <p:sldLayoutId id="2147483733" r:id="rId3"/>
    <p:sldLayoutId id="2147483657" r:id="rId4"/>
    <p:sldLayoutId id="2147483744" r:id="rId5"/>
    <p:sldLayoutId id="2147483658" r:id="rId6"/>
    <p:sldLayoutId id="2147483732" r:id="rId7"/>
    <p:sldLayoutId id="2147483741" r:id="rId8"/>
    <p:sldLayoutId id="2147483760" r:id="rId9"/>
    <p:sldLayoutId id="2147483745" r:id="rId10"/>
    <p:sldLayoutId id="2147483654" r:id="rId11"/>
    <p:sldLayoutId id="2147483759" r:id="rId12"/>
    <p:sldLayoutId id="2147483707" r:id="rId13"/>
    <p:sldLayoutId id="2147483659" r:id="rId14"/>
    <p:sldLayoutId id="2147483764" r:id="rId15"/>
    <p:sldLayoutId id="2147483660" r:id="rId16"/>
    <p:sldLayoutId id="2147483765" r:id="rId17"/>
    <p:sldLayoutId id="2147483661" r:id="rId18"/>
    <p:sldLayoutId id="2147483662" r:id="rId19"/>
    <p:sldLayoutId id="2147483742" r:id="rId20"/>
    <p:sldLayoutId id="2147483746" r:id="rId21"/>
    <p:sldLayoutId id="2147483664" r:id="rId22"/>
    <p:sldLayoutId id="2147483663" r:id="rId23"/>
    <p:sldLayoutId id="2147483743" r:id="rId24"/>
    <p:sldLayoutId id="2147483666" r:id="rId25"/>
    <p:sldLayoutId id="2147483769" r:id="rId26"/>
    <p:sldLayoutId id="2147483676" r:id="rId27"/>
    <p:sldLayoutId id="2147483758" r:id="rId28"/>
    <p:sldLayoutId id="2147483680" r:id="rId29"/>
    <p:sldLayoutId id="2147483734" r:id="rId30"/>
    <p:sldLayoutId id="2147483671" r:id="rId31"/>
    <p:sldLayoutId id="2147483751" r:id="rId32"/>
    <p:sldLayoutId id="2147483675" r:id="rId33"/>
    <p:sldLayoutId id="2147483703" r:id="rId34"/>
    <p:sldLayoutId id="2147483752" r:id="rId35"/>
    <p:sldLayoutId id="2147483737" r:id="rId36"/>
    <p:sldLayoutId id="2147483753" r:id="rId37"/>
    <p:sldLayoutId id="2147483674" r:id="rId38"/>
    <p:sldLayoutId id="2147483702" r:id="rId39"/>
    <p:sldLayoutId id="2147483670" r:id="rId40"/>
    <p:sldLayoutId id="2147483735" r:id="rId41"/>
    <p:sldLayoutId id="2147483669" r:id="rId42"/>
    <p:sldLayoutId id="2147483682" r:id="rId43"/>
    <p:sldLayoutId id="2147483719" r:id="rId44"/>
    <p:sldLayoutId id="2147483686" r:id="rId45"/>
    <p:sldLayoutId id="2147483720" r:id="rId46"/>
    <p:sldLayoutId id="2147483768" r:id="rId47"/>
    <p:sldLayoutId id="2147483710" r:id="rId48"/>
    <p:sldLayoutId id="2147483729" r:id="rId49"/>
    <p:sldLayoutId id="2147483730" r:id="rId50"/>
    <p:sldLayoutId id="2147483713" r:id="rId51"/>
    <p:sldLayoutId id="2147483693" r:id="rId52"/>
    <p:sldLayoutId id="2147483690" r:id="rId53"/>
    <p:sldLayoutId id="2147483726" r:id="rId54"/>
    <p:sldLayoutId id="2147483691" r:id="rId55"/>
    <p:sldLayoutId id="2147483694" r:id="rId56"/>
    <p:sldLayoutId id="2147483695" r:id="rId57"/>
    <p:sldLayoutId id="2147483696" r:id="rId58"/>
    <p:sldLayoutId id="2147483697" r:id="rId59"/>
    <p:sldLayoutId id="2147483698" r:id="rId60"/>
    <p:sldLayoutId id="2147483699" r:id="rId61"/>
    <p:sldLayoutId id="2147483700" r:id="rId62"/>
    <p:sldLayoutId id="2147483701"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AE3A0-C7CB-F2AE-3677-67C296D0B280}"/>
              </a:ext>
            </a:extLst>
          </p:cNvPr>
          <p:cNvSpPr>
            <a:spLocks noGrp="1"/>
          </p:cNvSpPr>
          <p:nvPr>
            <p:ph type="ctrTitle"/>
          </p:nvPr>
        </p:nvSpPr>
        <p:spPr>
          <a:xfrm>
            <a:off x="1776903" y="4822407"/>
            <a:ext cx="6925432" cy="1351342"/>
          </a:xfrm>
        </p:spPr>
        <p:txBody>
          <a:bodyPr anchor="t">
            <a:normAutofit/>
          </a:bodyPr>
          <a:lstStyle/>
          <a:p>
            <a:r>
              <a:rPr lang="en-US"/>
              <a:t>Dispersão da População Mundial e Migrações</a:t>
            </a:r>
          </a:p>
        </p:txBody>
      </p:sp>
      <p:sp>
        <p:nvSpPr>
          <p:cNvPr id="3" name="Subtitle 2">
            <a:extLst>
              <a:ext uri="{FF2B5EF4-FFF2-40B4-BE49-F238E27FC236}">
                <a16:creationId xmlns:a16="http://schemas.microsoft.com/office/drawing/2014/main" id="{DD3A0BE2-1487-78D1-2D06-1AB015500F01}"/>
              </a:ext>
            </a:extLst>
          </p:cNvPr>
          <p:cNvSpPr>
            <a:spLocks noGrp="1"/>
          </p:cNvSpPr>
          <p:nvPr>
            <p:ph type="subTitle" idx="1"/>
          </p:nvPr>
        </p:nvSpPr>
        <p:spPr>
          <a:xfrm>
            <a:off x="9235224" y="4822406"/>
            <a:ext cx="2724238" cy="1351342"/>
          </a:xfrm>
        </p:spPr>
        <p:txBody>
          <a:bodyPr anchor="t">
            <a:normAutofit/>
          </a:bodyPr>
          <a:lstStyle/>
          <a:p>
            <a:r>
              <a:rPr lang="en-US"/>
              <a:t>Movimentos globais que moldam comunidades e culturas</a:t>
            </a:r>
          </a:p>
        </p:txBody>
      </p:sp>
      <p:pic>
        <p:nvPicPr>
          <p:cNvPr id="7" name="Picture 6" descr="Mapa-múndi formado por pessoas unidas">
            <a:extLst>
              <a:ext uri="{FF2B5EF4-FFF2-40B4-BE49-F238E27FC236}">
                <a16:creationId xmlns:a16="http://schemas.microsoft.com/office/drawing/2014/main" id="{C4BC5F6E-A52D-41A2-9A9B-8B4DCADAA169}"/>
              </a:ext>
            </a:extLst>
          </p:cNvPr>
          <p:cNvPicPr>
            <a:picLocks noChangeAspect="1"/>
          </p:cNvPicPr>
          <p:nvPr/>
        </p:nvPicPr>
        <p:blipFill>
          <a:blip r:embed="rId3"/>
          <a:srcRect r="1" b="23609"/>
          <a:stretch>
            <a:fillRect/>
          </a:stretch>
        </p:blipFill>
        <p:spPr>
          <a:xfrm>
            <a:off x="1866900" y="10"/>
            <a:ext cx="10325100" cy="4653639"/>
          </a:xfrm>
          <a:prstGeom prst="rect">
            <a:avLst/>
          </a:prstGeom>
        </p:spPr>
      </p:pic>
      <p:sp>
        <p:nvSpPr>
          <p:cNvPr id="4" name="Footer Placeholder 3">
            <a:extLst>
              <a:ext uri="{FF2B5EF4-FFF2-40B4-BE49-F238E27FC236}">
                <a16:creationId xmlns:a16="http://schemas.microsoft.com/office/drawing/2014/main" id="{EAE43653-6C5F-B531-7616-2ACDD7EA8FAE}"/>
              </a:ext>
            </a:extLst>
          </p:cNvPr>
          <p:cNvSpPr>
            <a:spLocks noGrp="1"/>
          </p:cNvSpPr>
          <p:nvPr>
            <p:ph type="ftr" sz="quarter" idx="11"/>
          </p:nvPr>
        </p:nvSpPr>
        <p:spPr>
          <a:xfrm>
            <a:off x="1776903" y="6447496"/>
            <a:ext cx="2140360" cy="338328"/>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767C91A6-78DD-AC96-FC36-581D4975498D}"/>
              </a:ext>
            </a:extLst>
          </p:cNvPr>
          <p:cNvSpPr>
            <a:spLocks noGrp="1"/>
          </p:cNvSpPr>
          <p:nvPr>
            <p:ph type="dt" sz="half" idx="10"/>
          </p:nvPr>
        </p:nvSpPr>
        <p:spPr>
          <a:xfrm>
            <a:off x="9235224" y="6451888"/>
            <a:ext cx="1581238" cy="338328"/>
          </a:xfrm>
        </p:spPr>
        <p:txBody>
          <a:bodyPr anchor="ctr">
            <a:normAutofit/>
          </a:bodyPr>
          <a:lstStyle/>
          <a:p>
            <a:pPr rtl="0">
              <a:spcAft>
                <a:spcPts val="600"/>
              </a:spcAft>
            </a:pPr>
            <a:r>
              <a:rPr lang="en-US"/>
              <a:t>02/12/2025</a:t>
            </a:r>
          </a:p>
        </p:txBody>
      </p:sp>
      <p:sp>
        <p:nvSpPr>
          <p:cNvPr id="6" name="Slide Number Placeholder 5">
            <a:extLst>
              <a:ext uri="{FF2B5EF4-FFF2-40B4-BE49-F238E27FC236}">
                <a16:creationId xmlns:a16="http://schemas.microsoft.com/office/drawing/2014/main" id="{6872CBA5-9EDF-1D6A-6D81-BAB0C2D39333}"/>
              </a:ext>
            </a:extLst>
          </p:cNvPr>
          <p:cNvSpPr>
            <a:spLocks noGrp="1"/>
          </p:cNvSpPr>
          <p:nvPr>
            <p:ph type="sldNum" sz="quarter" idx="12"/>
          </p:nvPr>
        </p:nvSpPr>
        <p:spPr>
          <a:xfrm>
            <a:off x="11480357" y="6451888"/>
            <a:ext cx="457200" cy="338328"/>
          </a:xfrm>
        </p:spPr>
        <p:txBody>
          <a:bodyPr anchor="ctr">
            <a:normAutofit/>
          </a:bodyPr>
          <a:lstStyle/>
          <a:p>
            <a:pPr rtl="0">
              <a:spcAft>
                <a:spcPts val="600"/>
              </a:spcAft>
            </a:pPr>
            <a:fld id="{8E274F5D-21DC-40EF-8DBA-AB9BB119E939}" type="slidenum">
              <a:rPr lang="en-US" smtClean="0"/>
              <a:pPr rtl="0">
                <a:spcAft>
                  <a:spcPts val="600"/>
                </a:spcAft>
              </a:pPr>
              <a:t>1</a:t>
            </a:fld>
            <a:endParaRPr lang="en-US"/>
          </a:p>
        </p:txBody>
      </p:sp>
    </p:spTree>
    <p:extLst>
      <p:ext uri="{BB962C8B-B14F-4D97-AF65-F5344CB8AC3E}">
        <p14:creationId xmlns:p14="http://schemas.microsoft.com/office/powerpoint/2010/main" val="80365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0B30-A4C5-DC10-8823-7606CEF81178}"/>
              </a:ext>
            </a:extLst>
          </p:cNvPr>
          <p:cNvSpPr>
            <a:spLocks noGrp="1"/>
          </p:cNvSpPr>
          <p:nvPr>
            <p:ph type="title"/>
          </p:nvPr>
        </p:nvSpPr>
        <p:spPr>
          <a:xfrm>
            <a:off x="409980" y="4311805"/>
            <a:ext cx="8585337" cy="2368300"/>
          </a:xfrm>
        </p:spPr>
        <p:txBody>
          <a:bodyPr anchor="b">
            <a:normAutofit/>
          </a:bodyPr>
          <a:lstStyle/>
          <a:p>
            <a:r>
              <a:rPr lang="en-US" sz="5900"/>
              <a:t>Dispersão da População Mundial e Migrações</a:t>
            </a:r>
          </a:p>
        </p:txBody>
      </p:sp>
      <p:sp>
        <p:nvSpPr>
          <p:cNvPr id="4" name="Footer Placeholder 3">
            <a:extLst>
              <a:ext uri="{FF2B5EF4-FFF2-40B4-BE49-F238E27FC236}">
                <a16:creationId xmlns:a16="http://schemas.microsoft.com/office/drawing/2014/main" id="{328B0216-66CB-2715-F242-B620B0D0167D}"/>
              </a:ext>
            </a:extLst>
          </p:cNvPr>
          <p:cNvSpPr>
            <a:spLocks noGrp="1"/>
          </p:cNvSpPr>
          <p:nvPr>
            <p:ph type="ftr" sz="quarter" idx="11"/>
          </p:nvPr>
        </p:nvSpPr>
        <p:spPr>
          <a:xfrm>
            <a:off x="419100" y="219456"/>
            <a:ext cx="2656178" cy="338328"/>
          </a:xfrm>
        </p:spPr>
        <p:txBody>
          <a:bodyPr anchor="ctr">
            <a:normAutofit/>
          </a:bodyPr>
          <a:lstStyle/>
          <a:p>
            <a:pPr rtl="0">
              <a:spcAft>
                <a:spcPts val="600"/>
              </a:spcAft>
            </a:pPr>
            <a:r>
              <a:rPr lang="pt-br"/>
              <a:t>Exemplo de Texto de Rodapé</a:t>
            </a:r>
            <a:endParaRPr lang="en-US"/>
          </a:p>
        </p:txBody>
      </p:sp>
      <p:sp>
        <p:nvSpPr>
          <p:cNvPr id="5" name="Date Placeholder 4">
            <a:extLst>
              <a:ext uri="{FF2B5EF4-FFF2-40B4-BE49-F238E27FC236}">
                <a16:creationId xmlns:a16="http://schemas.microsoft.com/office/drawing/2014/main" id="{0381F249-E5CE-D49E-D4BF-41D5D0553EA2}"/>
              </a:ext>
            </a:extLst>
          </p:cNvPr>
          <p:cNvSpPr>
            <a:spLocks noGrp="1"/>
          </p:cNvSpPr>
          <p:nvPr>
            <p:ph type="dt" sz="half" idx="10"/>
          </p:nvPr>
        </p:nvSpPr>
        <p:spPr>
          <a:xfrm>
            <a:off x="8801100" y="219456"/>
            <a:ext cx="1913256" cy="338328"/>
          </a:xfrm>
        </p:spPr>
        <p:txBody>
          <a:bodyPr anchor="ctr">
            <a:normAutofit/>
          </a:bodyPr>
          <a:lstStyle/>
          <a:p>
            <a:pPr rtl="0">
              <a:spcAft>
                <a:spcPts val="600"/>
              </a:spcAft>
            </a:pPr>
            <a:r>
              <a:rPr lang="en-US"/>
              <a:t>02/12/2025</a:t>
            </a:r>
          </a:p>
        </p:txBody>
      </p:sp>
      <p:sp>
        <p:nvSpPr>
          <p:cNvPr id="6" name="Slide Number Placeholder 5">
            <a:extLst>
              <a:ext uri="{FF2B5EF4-FFF2-40B4-BE49-F238E27FC236}">
                <a16:creationId xmlns:a16="http://schemas.microsoft.com/office/drawing/2014/main" id="{AA17A02D-6A8C-9A5B-1370-364A0307E5A6}"/>
              </a:ext>
            </a:extLst>
          </p:cNvPr>
          <p:cNvSpPr>
            <a:spLocks noGrp="1"/>
          </p:cNvSpPr>
          <p:nvPr>
            <p:ph type="sldNum" sz="quarter" idx="12"/>
          </p:nvPr>
        </p:nvSpPr>
        <p:spPr>
          <a:xfrm>
            <a:off x="11291658" y="219456"/>
            <a:ext cx="555948" cy="338328"/>
          </a:xfrm>
        </p:spPr>
        <p:txBody>
          <a:bodyPr anchor="ctr">
            <a:normAutofit/>
          </a:bodyPr>
          <a:lstStyle/>
          <a:p>
            <a:pPr rtl="0">
              <a:spcAft>
                <a:spcPts val="600"/>
              </a:spcAft>
            </a:pPr>
            <a:fld id="{8E274F5D-21DC-40EF-8DBA-AB9BB119E939}" type="slidenum">
              <a:rPr lang="en-US" smtClean="0"/>
              <a:pPr rtl="0">
                <a:spcAft>
                  <a:spcPts val="600"/>
                </a:spcAft>
              </a:pPr>
              <a:t>2</a:t>
            </a:fld>
            <a:endParaRPr lang="en-US"/>
          </a:p>
        </p:txBody>
      </p:sp>
    </p:spTree>
    <p:extLst>
      <p:ext uri="{BB962C8B-B14F-4D97-AF65-F5344CB8AC3E}">
        <p14:creationId xmlns:p14="http://schemas.microsoft.com/office/powerpoint/2010/main" val="9593404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6244-0D3E-1D96-DF92-79D29F431F82}"/>
              </a:ext>
            </a:extLst>
          </p:cNvPr>
          <p:cNvSpPr>
            <a:spLocks noGrp="1"/>
          </p:cNvSpPr>
          <p:nvPr>
            <p:ph type="title"/>
          </p:nvPr>
        </p:nvSpPr>
        <p:spPr>
          <a:xfrm>
            <a:off x="419100" y="4607626"/>
            <a:ext cx="4419600" cy="1640774"/>
          </a:xfrm>
        </p:spPr>
        <p:txBody>
          <a:bodyPr anchor="t">
            <a:normAutofit/>
          </a:bodyPr>
          <a:lstStyle/>
          <a:p>
            <a:r>
              <a:rPr lang="en-US"/>
              <a:t>Panorama da Distribuição Populacional Global</a:t>
            </a:r>
          </a:p>
        </p:txBody>
      </p:sp>
      <p:pic>
        <p:nvPicPr>
          <p:cNvPr id="8" name="Content Placeholder 7" descr="Mapa do múndi de alta resolução isolado em fundo branco.">
            <a:extLst>
              <a:ext uri="{FF2B5EF4-FFF2-40B4-BE49-F238E27FC236}">
                <a16:creationId xmlns:a16="http://schemas.microsoft.com/office/drawing/2014/main" id="{B0764CF6-9967-447A-A279-2329175B6187}"/>
              </a:ext>
            </a:extLst>
          </p:cNvPr>
          <p:cNvPicPr>
            <a:picLocks noGrp="1" noChangeAspect="1"/>
          </p:cNvPicPr>
          <p:nvPr>
            <p:ph type="pic" sz="quarter" idx="15"/>
          </p:nvPr>
        </p:nvPicPr>
        <p:blipFill>
          <a:blip r:embed="rId3"/>
          <a:srcRect l="22577" r="16306" b="1"/>
          <a:stretch>
            <a:fillRect/>
          </a:stretch>
        </p:blipFill>
        <p:spPr>
          <a:xfrm>
            <a:off x="1914" y="10"/>
            <a:ext cx="4836786" cy="4214181"/>
          </a:xfrm>
        </p:spPr>
      </p:pic>
      <p:sp>
        <p:nvSpPr>
          <p:cNvPr id="3" name="Footer Placeholder 2">
            <a:extLst>
              <a:ext uri="{FF2B5EF4-FFF2-40B4-BE49-F238E27FC236}">
                <a16:creationId xmlns:a16="http://schemas.microsoft.com/office/drawing/2014/main" id="{DCACDFAC-CBC2-C081-1333-620F8C21C0B7}"/>
              </a:ext>
            </a:extLst>
          </p:cNvPr>
          <p:cNvSpPr>
            <a:spLocks noGrp="1"/>
          </p:cNvSpPr>
          <p:nvPr>
            <p:ph type="ftr" sz="quarter" idx="11"/>
          </p:nvPr>
        </p:nvSpPr>
        <p:spPr>
          <a:xfrm>
            <a:off x="5541275" y="209088"/>
            <a:ext cx="2726376" cy="338328"/>
          </a:xfrm>
        </p:spPr>
        <p:txBody>
          <a:bodyPr anchor="ctr">
            <a:normAutofit/>
          </a:bodyPr>
          <a:lstStyle/>
          <a:p>
            <a:pPr rtl="0">
              <a:spcAft>
                <a:spcPts val="600"/>
              </a:spcAft>
            </a:pPr>
            <a:r>
              <a:rPr lang="pt-br"/>
              <a:t>Exemplo de Texto de Rodapé</a:t>
            </a:r>
          </a:p>
        </p:txBody>
      </p:sp>
      <p:sp>
        <p:nvSpPr>
          <p:cNvPr id="4" name="Date Placeholder 3">
            <a:extLst>
              <a:ext uri="{FF2B5EF4-FFF2-40B4-BE49-F238E27FC236}">
                <a16:creationId xmlns:a16="http://schemas.microsoft.com/office/drawing/2014/main" id="{4950CA3D-E072-E9A4-5B6B-33F957CD2DE0}"/>
              </a:ext>
            </a:extLst>
          </p:cNvPr>
          <p:cNvSpPr>
            <a:spLocks noGrp="1"/>
          </p:cNvSpPr>
          <p:nvPr>
            <p:ph type="dt" sz="half" idx="10"/>
          </p:nvPr>
        </p:nvSpPr>
        <p:spPr>
          <a:xfrm>
            <a:off x="8801100" y="214858"/>
            <a:ext cx="1905250" cy="338328"/>
          </a:xfrm>
        </p:spPr>
        <p:txBody>
          <a:bodyPr anchor="ctr">
            <a:normAutofit/>
          </a:bodyPr>
          <a:lstStyle/>
          <a:p>
            <a:pPr rtl="0">
              <a:spcAft>
                <a:spcPts val="600"/>
              </a:spcAft>
            </a:pPr>
            <a:r>
              <a:rPr lang="en-US"/>
              <a:t>02/12/2025</a:t>
            </a:r>
          </a:p>
        </p:txBody>
      </p:sp>
      <p:sp>
        <p:nvSpPr>
          <p:cNvPr id="5" name="Slide Number Placeholder 4">
            <a:extLst>
              <a:ext uri="{FF2B5EF4-FFF2-40B4-BE49-F238E27FC236}">
                <a16:creationId xmlns:a16="http://schemas.microsoft.com/office/drawing/2014/main" id="{8850488C-30CF-CDFA-9AC6-A2F8166651BB}"/>
              </a:ext>
            </a:extLst>
          </p:cNvPr>
          <p:cNvSpPr>
            <a:spLocks noGrp="1"/>
          </p:cNvSpPr>
          <p:nvPr>
            <p:ph type="sldNum" sz="quarter" idx="12"/>
          </p:nvPr>
        </p:nvSpPr>
        <p:spPr>
          <a:xfrm>
            <a:off x="11291657" y="214858"/>
            <a:ext cx="555948" cy="338328"/>
          </a:xfrm>
        </p:spPr>
        <p:txBody>
          <a:bodyPr anchor="ctr">
            <a:normAutofit/>
          </a:bodyPr>
          <a:lstStyle/>
          <a:p>
            <a:pPr rtl="0">
              <a:spcAft>
                <a:spcPts val="600"/>
              </a:spcAft>
            </a:pPr>
            <a:fld id="{8E274F5D-21DC-40EF-8DBA-AB9BB119E939}" type="slidenum">
              <a:rPr lang="en-US" smtClean="0"/>
              <a:pPr rtl="0">
                <a:spcAft>
                  <a:spcPts val="600"/>
                </a:spcAft>
              </a:pPr>
              <a:t>3</a:t>
            </a:fld>
            <a:endParaRPr lang="en-US"/>
          </a:p>
        </p:txBody>
      </p:sp>
      <p:sp>
        <p:nvSpPr>
          <p:cNvPr id="7" name="Content Placeholder 6">
            <a:extLst>
              <a:ext uri="{FF2B5EF4-FFF2-40B4-BE49-F238E27FC236}">
                <a16:creationId xmlns:a16="http://schemas.microsoft.com/office/drawing/2014/main" id="{3F7D7AC5-BE60-54DA-B645-2C9B6924C6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Fatores Naturais e Históricos</a:t>
            </a:r>
          </a:p>
          <a:p>
            <a:pPr marL="0" lvl="1" indent="0">
              <a:buFont typeface="Arial" panose="020B0604020202020204" pitchFamily="34" charset="0"/>
              <a:buNone/>
            </a:pPr>
            <a:r>
              <a:t>A população se concentra em áreas com terras férteis e clima favorável, moldada por processos históricos de urbanização.</a:t>
            </a:r>
            <a:endParaRPr lang="en-US"/>
          </a:p>
          <a:p>
            <a:pPr marL="0" indent="0">
              <a:spcBef>
                <a:spcPts val="2500"/>
              </a:spcBef>
              <a:buFont typeface="Arial" panose="020B0604020202020204" pitchFamily="34" charset="0"/>
              <a:buNone/>
            </a:pPr>
            <a:r>
              <a:rPr lang="en-US" b="1"/>
              <a:t>Áreas Pouco Povoadas</a:t>
            </a:r>
          </a:p>
          <a:p>
            <a:pPr marL="0" lvl="1" indent="0">
              <a:buFont typeface="Arial" panose="020B0604020202020204" pitchFamily="34" charset="0"/>
              <a:buNone/>
            </a:pPr>
            <a:r>
              <a:t>Desertos, regiões polares e selvas densas têm baixa densidade populacional devido a condições ambientais adversas.</a:t>
            </a:r>
            <a:endParaRPr lang="en-US"/>
          </a:p>
          <a:p>
            <a:pPr marL="0" indent="0">
              <a:spcBef>
                <a:spcPts val="2500"/>
              </a:spcBef>
              <a:buFont typeface="Arial" panose="020B0604020202020204" pitchFamily="34" charset="0"/>
              <a:buNone/>
            </a:pPr>
            <a:r>
              <a:rPr lang="en-US" b="1"/>
              <a:t>Influência Socioeconômica Moderna</a:t>
            </a:r>
          </a:p>
          <a:p>
            <a:pPr marL="0" lvl="1" indent="0">
              <a:buFont typeface="Arial" panose="020B0604020202020204" pitchFamily="34" charset="0"/>
              <a:buNone/>
            </a:pPr>
            <a:r>
              <a:t>Infraestrutura, industrialização e qualidade de vida atraem pessoas para centros urbanos em busca de melhores oportunidades.</a:t>
            </a:r>
            <a:endParaRPr lang="en-US"/>
          </a:p>
          <a:p>
            <a:pPr marL="0" indent="0">
              <a:spcBef>
                <a:spcPts val="2500"/>
              </a:spcBef>
              <a:buFont typeface="Arial" panose="020B0604020202020204" pitchFamily="34" charset="0"/>
              <a:buNone/>
            </a:pPr>
            <a:r>
              <a:rPr lang="en-US" b="1"/>
              <a:t>Habilidades Geográficas e Sociais</a:t>
            </a:r>
          </a:p>
          <a:p>
            <a:pPr marL="0" lvl="1" indent="0">
              <a:buFont typeface="Arial" panose="020B0604020202020204" pitchFamily="34" charset="0"/>
              <a:buNone/>
            </a:pPr>
            <a:r>
              <a:t>Análise da distribuição ajuda a compreender desigualdades regionais e os desafios do planejamento urbano.</a:t>
            </a:r>
            <a:endParaRPr lang="en-US"/>
          </a:p>
        </p:txBody>
      </p:sp>
    </p:spTree>
    <p:extLst>
      <p:ext uri="{BB962C8B-B14F-4D97-AF65-F5344CB8AC3E}">
        <p14:creationId xmlns:p14="http://schemas.microsoft.com/office/powerpoint/2010/main" val="3752622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0D46-F8EE-3FC1-8269-B1EEE561CEC0}"/>
              </a:ext>
            </a:extLst>
          </p:cNvPr>
          <p:cNvSpPr>
            <a:spLocks noGrp="1"/>
          </p:cNvSpPr>
          <p:nvPr>
            <p:ph type="title"/>
          </p:nvPr>
        </p:nvSpPr>
        <p:spPr>
          <a:xfrm>
            <a:off x="419100" y="4607626"/>
            <a:ext cx="4419600" cy="1640774"/>
          </a:xfrm>
        </p:spPr>
        <p:txBody>
          <a:bodyPr anchor="t">
            <a:normAutofit/>
          </a:bodyPr>
          <a:lstStyle/>
          <a:p>
            <a:r>
              <a:rPr lang="en-US"/>
              <a:t>Conceitos Fundamentais de Migração</a:t>
            </a:r>
          </a:p>
        </p:txBody>
      </p:sp>
      <p:pic>
        <p:nvPicPr>
          <p:cNvPr id="8" name="Content Placeholder 7" descr="Um grande grupo de pessoas atravessando uma faixa de pedestres no Japão.">
            <a:extLst>
              <a:ext uri="{FF2B5EF4-FFF2-40B4-BE49-F238E27FC236}">
                <a16:creationId xmlns:a16="http://schemas.microsoft.com/office/drawing/2014/main" id="{E09378A0-62B4-423C-A22D-CC3046933FFF}"/>
              </a:ext>
            </a:extLst>
          </p:cNvPr>
          <p:cNvPicPr>
            <a:picLocks noGrp="1" noChangeAspect="1"/>
          </p:cNvPicPr>
          <p:nvPr>
            <p:ph type="pic" sz="quarter" idx="15"/>
          </p:nvPr>
        </p:nvPicPr>
        <p:blipFill>
          <a:blip r:embed="rId3"/>
          <a:srcRect l="20761" r="2625" b="-3"/>
          <a:stretch>
            <a:fillRect/>
          </a:stretch>
        </p:blipFill>
        <p:spPr>
          <a:xfrm>
            <a:off x="1914" y="10"/>
            <a:ext cx="4836786" cy="4214181"/>
          </a:xfrm>
        </p:spPr>
      </p:pic>
      <p:sp>
        <p:nvSpPr>
          <p:cNvPr id="3" name="Footer Placeholder 2">
            <a:extLst>
              <a:ext uri="{FF2B5EF4-FFF2-40B4-BE49-F238E27FC236}">
                <a16:creationId xmlns:a16="http://schemas.microsoft.com/office/drawing/2014/main" id="{C485FBF8-E0D0-3E7F-EFB2-28CAF696019A}"/>
              </a:ext>
            </a:extLst>
          </p:cNvPr>
          <p:cNvSpPr>
            <a:spLocks noGrp="1"/>
          </p:cNvSpPr>
          <p:nvPr>
            <p:ph type="ftr" sz="quarter" idx="11"/>
          </p:nvPr>
        </p:nvSpPr>
        <p:spPr>
          <a:xfrm>
            <a:off x="5541275" y="209088"/>
            <a:ext cx="2726376" cy="338328"/>
          </a:xfrm>
        </p:spPr>
        <p:txBody>
          <a:bodyPr anchor="ctr">
            <a:normAutofit/>
          </a:bodyPr>
          <a:lstStyle/>
          <a:p>
            <a:pPr rtl="0">
              <a:spcAft>
                <a:spcPts val="600"/>
              </a:spcAft>
            </a:pPr>
            <a:r>
              <a:rPr lang="pt-br"/>
              <a:t>Exemplo de Texto de Rodapé</a:t>
            </a:r>
          </a:p>
        </p:txBody>
      </p:sp>
      <p:sp>
        <p:nvSpPr>
          <p:cNvPr id="4" name="Date Placeholder 3">
            <a:extLst>
              <a:ext uri="{FF2B5EF4-FFF2-40B4-BE49-F238E27FC236}">
                <a16:creationId xmlns:a16="http://schemas.microsoft.com/office/drawing/2014/main" id="{551B9514-BFEC-78D3-32FB-02FF67863C10}"/>
              </a:ext>
            </a:extLst>
          </p:cNvPr>
          <p:cNvSpPr>
            <a:spLocks noGrp="1"/>
          </p:cNvSpPr>
          <p:nvPr>
            <p:ph type="dt" sz="half" idx="10"/>
          </p:nvPr>
        </p:nvSpPr>
        <p:spPr>
          <a:xfrm>
            <a:off x="8801100" y="214858"/>
            <a:ext cx="1905250" cy="338328"/>
          </a:xfrm>
        </p:spPr>
        <p:txBody>
          <a:bodyPr anchor="ctr">
            <a:normAutofit/>
          </a:bodyPr>
          <a:lstStyle/>
          <a:p>
            <a:pPr rtl="0">
              <a:spcAft>
                <a:spcPts val="600"/>
              </a:spcAft>
            </a:pPr>
            <a:r>
              <a:rPr lang="en-US"/>
              <a:t>02/12/2025</a:t>
            </a:r>
          </a:p>
        </p:txBody>
      </p:sp>
      <p:sp>
        <p:nvSpPr>
          <p:cNvPr id="5" name="Slide Number Placeholder 4">
            <a:extLst>
              <a:ext uri="{FF2B5EF4-FFF2-40B4-BE49-F238E27FC236}">
                <a16:creationId xmlns:a16="http://schemas.microsoft.com/office/drawing/2014/main" id="{46C725A3-0AC5-B436-D308-C56DF11C4C10}"/>
              </a:ext>
            </a:extLst>
          </p:cNvPr>
          <p:cNvSpPr>
            <a:spLocks noGrp="1"/>
          </p:cNvSpPr>
          <p:nvPr>
            <p:ph type="sldNum" sz="quarter" idx="12"/>
          </p:nvPr>
        </p:nvSpPr>
        <p:spPr>
          <a:xfrm>
            <a:off x="11291657" y="214858"/>
            <a:ext cx="555948" cy="338328"/>
          </a:xfrm>
        </p:spPr>
        <p:txBody>
          <a:bodyPr anchor="ctr">
            <a:normAutofit/>
          </a:bodyPr>
          <a:lstStyle/>
          <a:p>
            <a:pPr rtl="0">
              <a:spcAft>
                <a:spcPts val="600"/>
              </a:spcAft>
            </a:pPr>
            <a:fld id="{8E274F5D-21DC-40EF-8DBA-AB9BB119E939}" type="slidenum">
              <a:rPr lang="en-US" smtClean="0"/>
              <a:pPr rtl="0">
                <a:spcAft>
                  <a:spcPts val="600"/>
                </a:spcAft>
              </a:pPr>
              <a:t>4</a:t>
            </a:fld>
            <a:endParaRPr lang="en-US"/>
          </a:p>
        </p:txBody>
      </p:sp>
      <p:sp>
        <p:nvSpPr>
          <p:cNvPr id="7" name="Content Placeholder 6">
            <a:extLst>
              <a:ext uri="{FF2B5EF4-FFF2-40B4-BE49-F238E27FC236}">
                <a16:creationId xmlns:a16="http://schemas.microsoft.com/office/drawing/2014/main" id="{55FB2F77-604D-D8AD-9D92-E68AF2A910A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Migração Interna</a:t>
            </a:r>
          </a:p>
          <a:p>
            <a:pPr marL="0" lvl="1" indent="0">
              <a:buFont typeface="Arial" panose="020B0604020202020204" pitchFamily="34" charset="0"/>
              <a:buNone/>
            </a:pPr>
            <a:r>
              <a:t>Movimento de pessoas dentro do mesmo país, geralmente do campo para cidades em busca de melhores oportunidades.</a:t>
            </a:r>
            <a:endParaRPr lang="en-US"/>
          </a:p>
          <a:p>
            <a:pPr marL="0" indent="0">
              <a:spcBef>
                <a:spcPts val="2500"/>
              </a:spcBef>
              <a:buFont typeface="Arial" panose="020B0604020202020204" pitchFamily="34" charset="0"/>
              <a:buNone/>
            </a:pPr>
            <a:r>
              <a:rPr lang="en-US" b="1"/>
              <a:t>Migração Internacional</a:t>
            </a:r>
          </a:p>
          <a:p>
            <a:pPr marL="0" lvl="1" indent="0">
              <a:buFont typeface="Arial" panose="020B0604020202020204" pitchFamily="34" charset="0"/>
              <a:buNone/>
            </a:pPr>
            <a:r>
              <a:t>Travessia de fronteiras em busca de melhores condições de vida, fugindo de conflitos ou buscando emprego.</a:t>
            </a:r>
            <a:endParaRPr lang="en-US"/>
          </a:p>
          <a:p>
            <a:pPr marL="0" indent="0">
              <a:spcBef>
                <a:spcPts val="2500"/>
              </a:spcBef>
              <a:buFont typeface="Arial" panose="020B0604020202020204" pitchFamily="34" charset="0"/>
              <a:buNone/>
            </a:pPr>
            <a:r>
              <a:rPr lang="en-US" b="1"/>
              <a:t>Impactos e Desafios da Migração</a:t>
            </a:r>
          </a:p>
          <a:p>
            <a:pPr marL="0" lvl="1" indent="0">
              <a:buFont typeface="Arial" panose="020B0604020202020204" pitchFamily="34" charset="0"/>
              <a:buNone/>
            </a:pPr>
            <a:r>
              <a:t>Migração envolve identidade cultural, adaptação social e transformação em regiões de origem e destino.</a:t>
            </a:r>
            <a:endParaRPr lang="en-US"/>
          </a:p>
          <a:p>
            <a:pPr marL="0" indent="0">
              <a:spcBef>
                <a:spcPts val="2500"/>
              </a:spcBef>
              <a:buFont typeface="Arial" panose="020B0604020202020204" pitchFamily="34" charset="0"/>
              <a:buNone/>
            </a:pPr>
            <a:r>
              <a:rPr lang="en-US" b="1"/>
              <a:t>Migração e Globalização</a:t>
            </a:r>
          </a:p>
          <a:p>
            <a:pPr marL="0" lvl="1" indent="0">
              <a:buFont typeface="Arial" panose="020B0604020202020204" pitchFamily="34" charset="0"/>
              <a:buNone/>
            </a:pPr>
            <a:r>
              <a:t>Globalização intensifica os movimentos migratórios ao facilitar informação e criar novas expectativas sociais.</a:t>
            </a:r>
            <a:endParaRPr lang="en-US"/>
          </a:p>
        </p:txBody>
      </p:sp>
    </p:spTree>
    <p:extLst>
      <p:ext uri="{BB962C8B-B14F-4D97-AF65-F5344CB8AC3E}">
        <p14:creationId xmlns:p14="http://schemas.microsoft.com/office/powerpoint/2010/main" val="4166037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B5636-5C30-3E5C-4A59-79A2491A70CB}"/>
              </a:ext>
            </a:extLst>
          </p:cNvPr>
          <p:cNvSpPr>
            <a:spLocks noGrp="1"/>
          </p:cNvSpPr>
          <p:nvPr>
            <p:ph type="title"/>
          </p:nvPr>
        </p:nvSpPr>
        <p:spPr>
          <a:xfrm>
            <a:off x="419100" y="4607626"/>
            <a:ext cx="4419600" cy="1640774"/>
          </a:xfrm>
        </p:spPr>
        <p:txBody>
          <a:bodyPr anchor="t">
            <a:normAutofit/>
          </a:bodyPr>
          <a:lstStyle/>
          <a:p>
            <a:r>
              <a:rPr lang="en-US"/>
              <a:t>Fatores de Atração das Migrações</a:t>
            </a:r>
          </a:p>
        </p:txBody>
      </p:sp>
      <p:pic>
        <p:nvPicPr>
          <p:cNvPr id="8" name="Content Placeholder 7" descr="Vista aérea do horário de pico na faixa de pedestres da cidade.">
            <a:extLst>
              <a:ext uri="{FF2B5EF4-FFF2-40B4-BE49-F238E27FC236}">
                <a16:creationId xmlns:a16="http://schemas.microsoft.com/office/drawing/2014/main" id="{D04ED641-6D29-4607-AC3B-D04590132A43}"/>
              </a:ext>
            </a:extLst>
          </p:cNvPr>
          <p:cNvPicPr>
            <a:picLocks noGrp="1" noChangeAspect="1"/>
          </p:cNvPicPr>
          <p:nvPr>
            <p:ph type="pic" sz="quarter" idx="15"/>
          </p:nvPr>
        </p:nvPicPr>
        <p:blipFill>
          <a:blip r:embed="rId3"/>
          <a:srcRect b="12873"/>
          <a:stretch>
            <a:fillRect/>
          </a:stretch>
        </p:blipFill>
        <p:spPr>
          <a:xfrm>
            <a:off x="1914" y="10"/>
            <a:ext cx="4836786" cy="4214181"/>
          </a:xfrm>
        </p:spPr>
      </p:pic>
      <p:sp>
        <p:nvSpPr>
          <p:cNvPr id="3" name="Footer Placeholder 2">
            <a:extLst>
              <a:ext uri="{FF2B5EF4-FFF2-40B4-BE49-F238E27FC236}">
                <a16:creationId xmlns:a16="http://schemas.microsoft.com/office/drawing/2014/main" id="{D9F9D7EA-5637-5966-33EE-CF7BA0405C22}"/>
              </a:ext>
            </a:extLst>
          </p:cNvPr>
          <p:cNvSpPr>
            <a:spLocks noGrp="1"/>
          </p:cNvSpPr>
          <p:nvPr>
            <p:ph type="ftr" sz="quarter" idx="11"/>
          </p:nvPr>
        </p:nvSpPr>
        <p:spPr>
          <a:xfrm>
            <a:off x="5541275" y="209088"/>
            <a:ext cx="2726376" cy="338328"/>
          </a:xfrm>
        </p:spPr>
        <p:txBody>
          <a:bodyPr anchor="ctr">
            <a:normAutofit/>
          </a:bodyPr>
          <a:lstStyle/>
          <a:p>
            <a:pPr rtl="0">
              <a:spcAft>
                <a:spcPts val="600"/>
              </a:spcAft>
            </a:pPr>
            <a:r>
              <a:rPr lang="pt-br"/>
              <a:t>Exemplo de Texto de Rodapé</a:t>
            </a:r>
          </a:p>
        </p:txBody>
      </p:sp>
      <p:sp>
        <p:nvSpPr>
          <p:cNvPr id="4" name="Date Placeholder 3">
            <a:extLst>
              <a:ext uri="{FF2B5EF4-FFF2-40B4-BE49-F238E27FC236}">
                <a16:creationId xmlns:a16="http://schemas.microsoft.com/office/drawing/2014/main" id="{D7BE3828-61FE-BA99-B979-4158DF1D2131}"/>
              </a:ext>
            </a:extLst>
          </p:cNvPr>
          <p:cNvSpPr>
            <a:spLocks noGrp="1"/>
          </p:cNvSpPr>
          <p:nvPr>
            <p:ph type="dt" sz="half" idx="10"/>
          </p:nvPr>
        </p:nvSpPr>
        <p:spPr>
          <a:xfrm>
            <a:off x="8801100" y="214858"/>
            <a:ext cx="1905250" cy="338328"/>
          </a:xfrm>
        </p:spPr>
        <p:txBody>
          <a:bodyPr anchor="ctr">
            <a:normAutofit/>
          </a:bodyPr>
          <a:lstStyle/>
          <a:p>
            <a:pPr rtl="0">
              <a:spcAft>
                <a:spcPts val="600"/>
              </a:spcAft>
            </a:pPr>
            <a:r>
              <a:rPr lang="en-US"/>
              <a:t>02/12/2025</a:t>
            </a:r>
          </a:p>
        </p:txBody>
      </p:sp>
      <p:sp>
        <p:nvSpPr>
          <p:cNvPr id="5" name="Slide Number Placeholder 4">
            <a:extLst>
              <a:ext uri="{FF2B5EF4-FFF2-40B4-BE49-F238E27FC236}">
                <a16:creationId xmlns:a16="http://schemas.microsoft.com/office/drawing/2014/main" id="{EFE81CE2-61BD-3614-06B2-6BEF18A78EDA}"/>
              </a:ext>
            </a:extLst>
          </p:cNvPr>
          <p:cNvSpPr>
            <a:spLocks noGrp="1"/>
          </p:cNvSpPr>
          <p:nvPr>
            <p:ph type="sldNum" sz="quarter" idx="12"/>
          </p:nvPr>
        </p:nvSpPr>
        <p:spPr>
          <a:xfrm>
            <a:off x="11291657" y="214858"/>
            <a:ext cx="555948" cy="338328"/>
          </a:xfrm>
        </p:spPr>
        <p:txBody>
          <a:bodyPr anchor="ctr">
            <a:normAutofit/>
          </a:bodyPr>
          <a:lstStyle/>
          <a:p>
            <a:pPr rtl="0">
              <a:spcAft>
                <a:spcPts val="600"/>
              </a:spcAft>
            </a:pPr>
            <a:fld id="{8E274F5D-21DC-40EF-8DBA-AB9BB119E939}" type="slidenum">
              <a:rPr lang="en-US" smtClean="0"/>
              <a:pPr rtl="0">
                <a:spcAft>
                  <a:spcPts val="600"/>
                </a:spcAft>
              </a:pPr>
              <a:t>5</a:t>
            </a:fld>
            <a:endParaRPr lang="en-US"/>
          </a:p>
        </p:txBody>
      </p:sp>
      <p:sp>
        <p:nvSpPr>
          <p:cNvPr id="7" name="Content Placeholder 6">
            <a:extLst>
              <a:ext uri="{FF2B5EF4-FFF2-40B4-BE49-F238E27FC236}">
                <a16:creationId xmlns:a16="http://schemas.microsoft.com/office/drawing/2014/main" id="{9B8CDCC7-F917-CE9B-0BAF-29E400246BF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Oportunidades de Emprego</a:t>
            </a:r>
          </a:p>
          <a:p>
            <a:pPr marL="0" lvl="1" indent="0">
              <a:buFont typeface="Arial" panose="020B0604020202020204" pitchFamily="34" charset="0"/>
              <a:buNone/>
            </a:pPr>
            <a:r>
              <a:t>A busca por empregos em setores industrial, comercial e de serviços motiva migrações em busca de melhores salários e estabilidade.</a:t>
            </a:r>
            <a:endParaRPr lang="en-US"/>
          </a:p>
          <a:p>
            <a:pPr marL="0" indent="0">
              <a:spcBef>
                <a:spcPts val="2500"/>
              </a:spcBef>
              <a:buFont typeface="Arial" panose="020B0604020202020204" pitchFamily="34" charset="0"/>
              <a:buNone/>
            </a:pPr>
            <a:r>
              <a:rPr lang="en-US" b="1"/>
              <a:t>Infraestrutura Urbana</a:t>
            </a:r>
          </a:p>
          <a:p>
            <a:pPr marL="0" lvl="1" indent="0">
              <a:buFont typeface="Arial" panose="020B0604020202020204" pitchFamily="34" charset="0"/>
              <a:buNone/>
            </a:pPr>
            <a:r>
              <a:t>Presença de escolas, hospitais, transporte e lazer cria condições de vida confortáveis e seguras para migrantes.</a:t>
            </a:r>
            <a:endParaRPr lang="en-US"/>
          </a:p>
          <a:p>
            <a:pPr marL="0" indent="0">
              <a:spcBef>
                <a:spcPts val="2500"/>
              </a:spcBef>
              <a:buFont typeface="Arial" panose="020B0604020202020204" pitchFamily="34" charset="0"/>
              <a:buNone/>
            </a:pPr>
            <a:r>
              <a:rPr lang="en-US" b="1"/>
              <a:t>Estabilidade Política e Segurança</a:t>
            </a:r>
          </a:p>
          <a:p>
            <a:pPr marL="0" lvl="1" indent="0">
              <a:buFont typeface="Arial" panose="020B0604020202020204" pitchFamily="34" charset="0"/>
              <a:buNone/>
            </a:pPr>
            <a:r>
              <a:t>Regiões com baixa violência e garantia de direitos civis atraem migrantes buscando ambiente seguro para desenvolvimento pessoal.</a:t>
            </a:r>
            <a:endParaRPr lang="en-US"/>
          </a:p>
          <a:p>
            <a:pPr marL="0" indent="0">
              <a:spcBef>
                <a:spcPts val="2500"/>
              </a:spcBef>
              <a:buFont typeface="Arial" panose="020B0604020202020204" pitchFamily="34" charset="0"/>
              <a:buNone/>
            </a:pPr>
            <a:r>
              <a:rPr lang="en-US" b="1"/>
              <a:t>Redes Migratórias</a:t>
            </a:r>
          </a:p>
          <a:p>
            <a:pPr marL="0" lvl="1" indent="0">
              <a:buFont typeface="Arial" panose="020B0604020202020204" pitchFamily="34" charset="0"/>
              <a:buNone/>
            </a:pPr>
            <a:r>
              <a:t>Família e comunidades estabelecidas facilitam a adaptação e reduzem riscos para novos migrantes nas regiões de destino.</a:t>
            </a:r>
            <a:endParaRPr lang="en-US"/>
          </a:p>
        </p:txBody>
      </p:sp>
    </p:spTree>
    <p:extLst>
      <p:ext uri="{BB962C8B-B14F-4D97-AF65-F5344CB8AC3E}">
        <p14:creationId xmlns:p14="http://schemas.microsoft.com/office/powerpoint/2010/main" val="24717800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683F-4D3C-F45A-7740-C67A218E60C6}"/>
              </a:ext>
            </a:extLst>
          </p:cNvPr>
          <p:cNvSpPr>
            <a:spLocks noGrp="1"/>
          </p:cNvSpPr>
          <p:nvPr>
            <p:ph type="title"/>
          </p:nvPr>
        </p:nvSpPr>
        <p:spPr>
          <a:xfrm>
            <a:off x="419100" y="4607626"/>
            <a:ext cx="4419600" cy="1640774"/>
          </a:xfrm>
        </p:spPr>
        <p:txBody>
          <a:bodyPr anchor="t">
            <a:normAutofit/>
          </a:bodyPr>
          <a:lstStyle/>
          <a:p>
            <a:r>
              <a:rPr lang="en-US"/>
              <a:t>Fatores de Repulsão das Migrações</a:t>
            </a:r>
          </a:p>
        </p:txBody>
      </p:sp>
      <p:pic>
        <p:nvPicPr>
          <p:cNvPr id="8" name="Content Placeholder 7" descr="Trabalho em equipe">
            <a:extLst>
              <a:ext uri="{FF2B5EF4-FFF2-40B4-BE49-F238E27FC236}">
                <a16:creationId xmlns:a16="http://schemas.microsoft.com/office/drawing/2014/main" id="{638A2701-F7D5-4877-9A75-A09831F38988}"/>
              </a:ext>
            </a:extLst>
          </p:cNvPr>
          <p:cNvPicPr>
            <a:picLocks noGrp="1" noChangeAspect="1"/>
          </p:cNvPicPr>
          <p:nvPr>
            <p:ph type="pic" sz="quarter" idx="15"/>
          </p:nvPr>
        </p:nvPicPr>
        <p:blipFill>
          <a:blip r:embed="rId3"/>
          <a:srcRect l="15073" r="8891" b="3"/>
          <a:stretch>
            <a:fillRect/>
          </a:stretch>
        </p:blipFill>
        <p:spPr>
          <a:xfrm>
            <a:off x="1914" y="10"/>
            <a:ext cx="4836786" cy="4214181"/>
          </a:xfrm>
        </p:spPr>
      </p:pic>
      <p:sp>
        <p:nvSpPr>
          <p:cNvPr id="3" name="Footer Placeholder 2">
            <a:extLst>
              <a:ext uri="{FF2B5EF4-FFF2-40B4-BE49-F238E27FC236}">
                <a16:creationId xmlns:a16="http://schemas.microsoft.com/office/drawing/2014/main" id="{0BD7D1C1-F8EE-B68C-E438-CBB24684B29A}"/>
              </a:ext>
            </a:extLst>
          </p:cNvPr>
          <p:cNvSpPr>
            <a:spLocks noGrp="1"/>
          </p:cNvSpPr>
          <p:nvPr>
            <p:ph type="ftr" sz="quarter" idx="11"/>
          </p:nvPr>
        </p:nvSpPr>
        <p:spPr>
          <a:xfrm>
            <a:off x="5541275" y="209088"/>
            <a:ext cx="2726376" cy="338328"/>
          </a:xfrm>
        </p:spPr>
        <p:txBody>
          <a:bodyPr anchor="ctr">
            <a:normAutofit/>
          </a:bodyPr>
          <a:lstStyle/>
          <a:p>
            <a:pPr rtl="0">
              <a:spcAft>
                <a:spcPts val="600"/>
              </a:spcAft>
            </a:pPr>
            <a:r>
              <a:rPr lang="pt-br"/>
              <a:t>Exemplo de Texto de Rodapé</a:t>
            </a:r>
          </a:p>
        </p:txBody>
      </p:sp>
      <p:sp>
        <p:nvSpPr>
          <p:cNvPr id="4" name="Date Placeholder 3">
            <a:extLst>
              <a:ext uri="{FF2B5EF4-FFF2-40B4-BE49-F238E27FC236}">
                <a16:creationId xmlns:a16="http://schemas.microsoft.com/office/drawing/2014/main" id="{B99B62B5-53F8-A6BA-B8E3-B0E8C6E8C9AD}"/>
              </a:ext>
            </a:extLst>
          </p:cNvPr>
          <p:cNvSpPr>
            <a:spLocks noGrp="1"/>
          </p:cNvSpPr>
          <p:nvPr>
            <p:ph type="dt" sz="half" idx="10"/>
          </p:nvPr>
        </p:nvSpPr>
        <p:spPr>
          <a:xfrm>
            <a:off x="8801100" y="214858"/>
            <a:ext cx="1905250" cy="338328"/>
          </a:xfrm>
        </p:spPr>
        <p:txBody>
          <a:bodyPr anchor="ctr">
            <a:normAutofit/>
          </a:bodyPr>
          <a:lstStyle/>
          <a:p>
            <a:pPr rtl="0">
              <a:spcAft>
                <a:spcPts val="600"/>
              </a:spcAft>
            </a:pPr>
            <a:r>
              <a:rPr lang="en-US"/>
              <a:t>02/12/2025</a:t>
            </a:r>
          </a:p>
        </p:txBody>
      </p:sp>
      <p:sp>
        <p:nvSpPr>
          <p:cNvPr id="5" name="Slide Number Placeholder 4">
            <a:extLst>
              <a:ext uri="{FF2B5EF4-FFF2-40B4-BE49-F238E27FC236}">
                <a16:creationId xmlns:a16="http://schemas.microsoft.com/office/drawing/2014/main" id="{1BA62621-A6CA-6139-1888-30DBC40812AD}"/>
              </a:ext>
            </a:extLst>
          </p:cNvPr>
          <p:cNvSpPr>
            <a:spLocks noGrp="1"/>
          </p:cNvSpPr>
          <p:nvPr>
            <p:ph type="sldNum" sz="quarter" idx="12"/>
          </p:nvPr>
        </p:nvSpPr>
        <p:spPr>
          <a:xfrm>
            <a:off x="11291657" y="214858"/>
            <a:ext cx="555948" cy="338328"/>
          </a:xfrm>
        </p:spPr>
        <p:txBody>
          <a:bodyPr anchor="ctr">
            <a:normAutofit/>
          </a:bodyPr>
          <a:lstStyle/>
          <a:p>
            <a:pPr rtl="0">
              <a:spcAft>
                <a:spcPts val="600"/>
              </a:spcAft>
            </a:pPr>
            <a:fld id="{8E274F5D-21DC-40EF-8DBA-AB9BB119E939}" type="slidenum">
              <a:rPr lang="en-US" smtClean="0"/>
              <a:pPr rtl="0">
                <a:spcAft>
                  <a:spcPts val="600"/>
                </a:spcAft>
              </a:pPr>
              <a:t>6</a:t>
            </a:fld>
            <a:endParaRPr lang="en-US"/>
          </a:p>
        </p:txBody>
      </p:sp>
      <p:sp>
        <p:nvSpPr>
          <p:cNvPr id="7" name="Content Placeholder 6">
            <a:extLst>
              <a:ext uri="{FF2B5EF4-FFF2-40B4-BE49-F238E27FC236}">
                <a16:creationId xmlns:a16="http://schemas.microsoft.com/office/drawing/2014/main" id="{798DBC6B-25A7-1818-2493-C356E224084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Fatores Econômicos</a:t>
            </a:r>
          </a:p>
          <a:p>
            <a:pPr marL="0" lvl="1" indent="0">
              <a:buFont typeface="Arial" panose="020B0604020202020204" pitchFamily="34" charset="0"/>
              <a:buNone/>
            </a:pPr>
            <a:r>
              <a:t>Falta de empregos, baixos salários e ausência de crescimento profissional motivam a migração para buscar melhores condições de vida.</a:t>
            </a:r>
            <a:endParaRPr lang="en-US"/>
          </a:p>
          <a:p>
            <a:pPr marL="0" indent="0">
              <a:spcBef>
                <a:spcPts val="2500"/>
              </a:spcBef>
              <a:buFont typeface="Arial" panose="020B0604020202020204" pitchFamily="34" charset="0"/>
              <a:buNone/>
            </a:pPr>
            <a:r>
              <a:rPr lang="en-US" b="1"/>
              <a:t>Conflitos e Perseguições</a:t>
            </a:r>
          </a:p>
          <a:p>
            <a:pPr marL="0" lvl="1" indent="0">
              <a:buFont typeface="Arial" panose="020B0604020202020204" pitchFamily="34" charset="0"/>
              <a:buNone/>
            </a:pPr>
            <a:r>
              <a:t>Guerras civis, conflitos armados e perseguições políticas ou religiosas causam deslocamentos forçados e crises humanitárias.</a:t>
            </a:r>
            <a:endParaRPr lang="en-US"/>
          </a:p>
          <a:p>
            <a:pPr marL="0" indent="0">
              <a:spcBef>
                <a:spcPts val="2500"/>
              </a:spcBef>
              <a:buFont typeface="Arial" panose="020B0604020202020204" pitchFamily="34" charset="0"/>
              <a:buNone/>
            </a:pPr>
            <a:r>
              <a:rPr lang="en-US" b="1"/>
              <a:t>Desastres Naturais</a:t>
            </a:r>
          </a:p>
          <a:p>
            <a:pPr marL="0" lvl="1" indent="0">
              <a:buFont typeface="Arial" panose="020B0604020202020204" pitchFamily="34" charset="0"/>
              <a:buNone/>
            </a:pPr>
            <a:r>
              <a:t>Secas, enchentes, terremotos e furacões destroem moradias e forças comunidades a migrarem em busca de segurança.</a:t>
            </a:r>
            <a:endParaRPr lang="en-US"/>
          </a:p>
          <a:p>
            <a:pPr marL="0" indent="0">
              <a:spcBef>
                <a:spcPts val="2500"/>
              </a:spcBef>
              <a:buFont typeface="Arial" panose="020B0604020202020204" pitchFamily="34" charset="0"/>
              <a:buNone/>
            </a:pPr>
            <a:r>
              <a:rPr lang="en-US" b="1"/>
              <a:t>Problemas Estruturais Sociais</a:t>
            </a:r>
          </a:p>
          <a:p>
            <a:pPr marL="0" lvl="1" indent="0">
              <a:buFont typeface="Arial" panose="020B0604020202020204" pitchFamily="34" charset="0"/>
              <a:buNone/>
            </a:pPr>
            <a:r>
              <a:t>Pobreza extrema, falta de serviços básicos, violência urbana e violações de direitos humanos aumentam a pressão migratória.</a:t>
            </a:r>
            <a:endParaRPr lang="en-US"/>
          </a:p>
        </p:txBody>
      </p:sp>
    </p:spTree>
    <p:extLst>
      <p:ext uri="{BB962C8B-B14F-4D97-AF65-F5344CB8AC3E}">
        <p14:creationId xmlns:p14="http://schemas.microsoft.com/office/powerpoint/2010/main" val="14361918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79BEB-6702-FBD6-9EE0-A16C2737B729}"/>
              </a:ext>
            </a:extLst>
          </p:cNvPr>
          <p:cNvSpPr>
            <a:spLocks noGrp="1"/>
          </p:cNvSpPr>
          <p:nvPr>
            <p:ph type="title"/>
          </p:nvPr>
        </p:nvSpPr>
        <p:spPr>
          <a:xfrm>
            <a:off x="419100" y="4607626"/>
            <a:ext cx="4419600" cy="1640774"/>
          </a:xfrm>
        </p:spPr>
        <p:txBody>
          <a:bodyPr anchor="t">
            <a:normAutofit/>
          </a:bodyPr>
          <a:lstStyle/>
          <a:p>
            <a:r>
              <a:rPr lang="en-US"/>
              <a:t>Consequências das Migrações</a:t>
            </a:r>
          </a:p>
        </p:txBody>
      </p:sp>
      <p:pic>
        <p:nvPicPr>
          <p:cNvPr id="8" name="Content Placeholder 7" descr="Fileiras de casas vazias na abandonada cidade mineradora de nitrato de Humberstone, perto de Iquique, no norte do Chile.">
            <a:extLst>
              <a:ext uri="{FF2B5EF4-FFF2-40B4-BE49-F238E27FC236}">
                <a16:creationId xmlns:a16="http://schemas.microsoft.com/office/drawing/2014/main" id="{975D8EDF-6B0F-485C-AA67-F19905D80132}"/>
              </a:ext>
            </a:extLst>
          </p:cNvPr>
          <p:cNvPicPr>
            <a:picLocks noGrp="1" noChangeAspect="1"/>
          </p:cNvPicPr>
          <p:nvPr>
            <p:ph type="pic" sz="quarter" idx="15"/>
          </p:nvPr>
        </p:nvPicPr>
        <p:blipFill>
          <a:blip r:embed="rId3"/>
          <a:srcRect l="11566" r="11820" b="-3"/>
          <a:stretch>
            <a:fillRect/>
          </a:stretch>
        </p:blipFill>
        <p:spPr>
          <a:xfrm>
            <a:off x="1914" y="10"/>
            <a:ext cx="4836786" cy="4214181"/>
          </a:xfrm>
        </p:spPr>
      </p:pic>
      <p:sp>
        <p:nvSpPr>
          <p:cNvPr id="3" name="Footer Placeholder 2">
            <a:extLst>
              <a:ext uri="{FF2B5EF4-FFF2-40B4-BE49-F238E27FC236}">
                <a16:creationId xmlns:a16="http://schemas.microsoft.com/office/drawing/2014/main" id="{2F185BEE-FDBE-C841-8232-332BD974EAA4}"/>
              </a:ext>
            </a:extLst>
          </p:cNvPr>
          <p:cNvSpPr>
            <a:spLocks noGrp="1"/>
          </p:cNvSpPr>
          <p:nvPr>
            <p:ph type="ftr" sz="quarter" idx="11"/>
          </p:nvPr>
        </p:nvSpPr>
        <p:spPr>
          <a:xfrm>
            <a:off x="5541275" y="209088"/>
            <a:ext cx="2726376" cy="338328"/>
          </a:xfrm>
        </p:spPr>
        <p:txBody>
          <a:bodyPr anchor="ctr">
            <a:normAutofit/>
          </a:bodyPr>
          <a:lstStyle/>
          <a:p>
            <a:pPr rtl="0">
              <a:spcAft>
                <a:spcPts val="600"/>
              </a:spcAft>
            </a:pPr>
            <a:r>
              <a:rPr lang="pt-br"/>
              <a:t>Exemplo de Texto de Rodapé</a:t>
            </a:r>
          </a:p>
        </p:txBody>
      </p:sp>
      <p:sp>
        <p:nvSpPr>
          <p:cNvPr id="4" name="Date Placeholder 3">
            <a:extLst>
              <a:ext uri="{FF2B5EF4-FFF2-40B4-BE49-F238E27FC236}">
                <a16:creationId xmlns:a16="http://schemas.microsoft.com/office/drawing/2014/main" id="{A9D9ED0B-D07B-AF57-2D35-92640348D2BD}"/>
              </a:ext>
            </a:extLst>
          </p:cNvPr>
          <p:cNvSpPr>
            <a:spLocks noGrp="1"/>
          </p:cNvSpPr>
          <p:nvPr>
            <p:ph type="dt" sz="half" idx="10"/>
          </p:nvPr>
        </p:nvSpPr>
        <p:spPr>
          <a:xfrm>
            <a:off x="8801100" y="214858"/>
            <a:ext cx="1905250" cy="338328"/>
          </a:xfrm>
        </p:spPr>
        <p:txBody>
          <a:bodyPr anchor="ctr">
            <a:normAutofit/>
          </a:bodyPr>
          <a:lstStyle/>
          <a:p>
            <a:pPr rtl="0">
              <a:spcAft>
                <a:spcPts val="600"/>
              </a:spcAft>
            </a:pPr>
            <a:r>
              <a:rPr lang="en-US"/>
              <a:t>02/12/2025</a:t>
            </a:r>
          </a:p>
        </p:txBody>
      </p:sp>
      <p:sp>
        <p:nvSpPr>
          <p:cNvPr id="5" name="Slide Number Placeholder 4">
            <a:extLst>
              <a:ext uri="{FF2B5EF4-FFF2-40B4-BE49-F238E27FC236}">
                <a16:creationId xmlns:a16="http://schemas.microsoft.com/office/drawing/2014/main" id="{440429DC-FBA4-5338-C9D6-E350EB218E30}"/>
              </a:ext>
            </a:extLst>
          </p:cNvPr>
          <p:cNvSpPr>
            <a:spLocks noGrp="1"/>
          </p:cNvSpPr>
          <p:nvPr>
            <p:ph type="sldNum" sz="quarter" idx="12"/>
          </p:nvPr>
        </p:nvSpPr>
        <p:spPr>
          <a:xfrm>
            <a:off x="11291657" y="214858"/>
            <a:ext cx="555948" cy="338328"/>
          </a:xfrm>
        </p:spPr>
        <p:txBody>
          <a:bodyPr anchor="ctr">
            <a:normAutofit/>
          </a:bodyPr>
          <a:lstStyle/>
          <a:p>
            <a:pPr rtl="0">
              <a:spcAft>
                <a:spcPts val="600"/>
              </a:spcAft>
            </a:pPr>
            <a:fld id="{8E274F5D-21DC-40EF-8DBA-AB9BB119E939}" type="slidenum">
              <a:rPr lang="en-US" smtClean="0"/>
              <a:pPr rtl="0">
                <a:spcAft>
                  <a:spcPts val="600"/>
                </a:spcAft>
              </a:pPr>
              <a:t>7</a:t>
            </a:fld>
            <a:endParaRPr lang="en-US"/>
          </a:p>
        </p:txBody>
      </p:sp>
      <p:sp>
        <p:nvSpPr>
          <p:cNvPr id="7" name="Content Placeholder 6">
            <a:extLst>
              <a:ext uri="{FF2B5EF4-FFF2-40B4-BE49-F238E27FC236}">
                <a16:creationId xmlns:a16="http://schemas.microsoft.com/office/drawing/2014/main" id="{6632C2AC-F7DA-63E7-5DD3-8AAAA623AC2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Impactos nas Áreas de Origem</a:t>
            </a:r>
          </a:p>
          <a:p>
            <a:pPr marL="0" lvl="1" indent="0">
              <a:buFont typeface="Arial" panose="020B0604020202020204" pitchFamily="34" charset="0"/>
              <a:buNone/>
            </a:pPr>
            <a:r>
              <a:t>A migração pode reduzir a força de trabalho e causar envelhecimento populacional nas regiões de origem, afetando a economia local.</a:t>
            </a:r>
            <a:endParaRPr lang="en-US"/>
          </a:p>
          <a:p>
            <a:pPr marL="0" indent="0">
              <a:spcBef>
                <a:spcPts val="2500"/>
              </a:spcBef>
              <a:buFont typeface="Arial" panose="020B0604020202020204" pitchFamily="34" charset="0"/>
              <a:buNone/>
            </a:pPr>
            <a:r>
              <a:rPr lang="en-US" b="1"/>
              <a:t>Benefícios das Remessas</a:t>
            </a:r>
          </a:p>
          <a:p>
            <a:pPr marL="0" lvl="1" indent="0">
              <a:buFont typeface="Arial" panose="020B0604020202020204" pitchFamily="34" charset="0"/>
              <a:buNone/>
            </a:pPr>
            <a:r>
              <a:t>Envio de remessas por migrantes ajuda no sustento das famílias e dinamiza economias locais nas áreas de origem.</a:t>
            </a:r>
            <a:endParaRPr lang="en-US"/>
          </a:p>
          <a:p>
            <a:pPr marL="0" indent="0">
              <a:spcBef>
                <a:spcPts val="2500"/>
              </a:spcBef>
              <a:buFont typeface="Arial" panose="020B0604020202020204" pitchFamily="34" charset="0"/>
              <a:buNone/>
            </a:pPr>
            <a:r>
              <a:rPr lang="en-US" b="1"/>
              <a:t>Crescimento e Diversidade nas Áreas de Destino</a:t>
            </a:r>
          </a:p>
          <a:p>
            <a:pPr marL="0" lvl="1" indent="0">
              <a:buFont typeface="Arial" panose="020B0604020202020204" pitchFamily="34" charset="0"/>
              <a:buNone/>
            </a:pPr>
            <a:r>
              <a:t>A chegada de migrantes amplia a oferta de mão de obra e promove intercâmbio cultural, enriquecendo o tecido social.</a:t>
            </a:r>
            <a:endParaRPr lang="en-US"/>
          </a:p>
          <a:p>
            <a:pPr marL="0" indent="0">
              <a:spcBef>
                <a:spcPts val="2500"/>
              </a:spcBef>
              <a:buFont typeface="Arial" panose="020B0604020202020204" pitchFamily="34" charset="0"/>
              <a:buNone/>
            </a:pPr>
            <a:r>
              <a:rPr lang="en-US" b="1"/>
              <a:t>Desafios da Integração</a:t>
            </a:r>
          </a:p>
          <a:p>
            <a:pPr marL="0" lvl="1" indent="0">
              <a:buFont typeface="Arial" panose="020B0604020202020204" pitchFamily="34" charset="0"/>
              <a:buNone/>
            </a:pPr>
            <a:r>
              <a:t>Migração pode causar pressões sobre infraestrutura e tensões sociais sem políticas públicas adequadas de inclusão.</a:t>
            </a:r>
            <a:endParaRPr lang="en-US"/>
          </a:p>
        </p:txBody>
      </p:sp>
    </p:spTree>
    <p:extLst>
      <p:ext uri="{BB962C8B-B14F-4D97-AF65-F5344CB8AC3E}">
        <p14:creationId xmlns:p14="http://schemas.microsoft.com/office/powerpoint/2010/main" val="1020354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A6540-0382-8DF9-B84E-26B5CCE0523B}"/>
              </a:ext>
            </a:extLst>
          </p:cNvPr>
          <p:cNvSpPr>
            <a:spLocks noGrp="1"/>
          </p:cNvSpPr>
          <p:nvPr>
            <p:ph type="title"/>
          </p:nvPr>
        </p:nvSpPr>
        <p:spPr>
          <a:xfrm>
            <a:off x="419100" y="4607626"/>
            <a:ext cx="4419600" cy="1640774"/>
          </a:xfrm>
        </p:spPr>
        <p:txBody>
          <a:bodyPr anchor="t">
            <a:normAutofit/>
          </a:bodyPr>
          <a:lstStyle/>
          <a:p>
            <a:r>
              <a:rPr lang="en-US"/>
              <a:t>Integração, Reflexão e Conexões com o Cotidiano</a:t>
            </a:r>
          </a:p>
        </p:txBody>
      </p:sp>
      <p:pic>
        <p:nvPicPr>
          <p:cNvPr id="8" name="Content Placeholder 7" descr="Crianças de uniforme">
            <a:extLst>
              <a:ext uri="{FF2B5EF4-FFF2-40B4-BE49-F238E27FC236}">
                <a16:creationId xmlns:a16="http://schemas.microsoft.com/office/drawing/2014/main" id="{38C22043-7643-4DC5-9217-E0993DAD183E}"/>
              </a:ext>
            </a:extLst>
          </p:cNvPr>
          <p:cNvPicPr>
            <a:picLocks noGrp="1" noChangeAspect="1"/>
          </p:cNvPicPr>
          <p:nvPr>
            <p:ph type="pic" sz="quarter" idx="15"/>
          </p:nvPr>
        </p:nvPicPr>
        <p:blipFill>
          <a:blip r:embed="rId3"/>
          <a:srcRect l="13482" r="9904" b="-3"/>
          <a:stretch>
            <a:fillRect/>
          </a:stretch>
        </p:blipFill>
        <p:spPr>
          <a:xfrm>
            <a:off x="1914" y="10"/>
            <a:ext cx="4836786" cy="4214181"/>
          </a:xfrm>
        </p:spPr>
      </p:pic>
      <p:sp>
        <p:nvSpPr>
          <p:cNvPr id="3" name="Footer Placeholder 2">
            <a:extLst>
              <a:ext uri="{FF2B5EF4-FFF2-40B4-BE49-F238E27FC236}">
                <a16:creationId xmlns:a16="http://schemas.microsoft.com/office/drawing/2014/main" id="{C98265F2-6A92-B936-DA12-E8731530B62E}"/>
              </a:ext>
            </a:extLst>
          </p:cNvPr>
          <p:cNvSpPr>
            <a:spLocks noGrp="1"/>
          </p:cNvSpPr>
          <p:nvPr>
            <p:ph type="ftr" sz="quarter" idx="11"/>
          </p:nvPr>
        </p:nvSpPr>
        <p:spPr>
          <a:xfrm>
            <a:off x="5541275" y="209088"/>
            <a:ext cx="2726376" cy="338328"/>
          </a:xfrm>
        </p:spPr>
        <p:txBody>
          <a:bodyPr anchor="ctr">
            <a:normAutofit/>
          </a:bodyPr>
          <a:lstStyle/>
          <a:p>
            <a:pPr rtl="0">
              <a:spcAft>
                <a:spcPts val="600"/>
              </a:spcAft>
            </a:pPr>
            <a:r>
              <a:rPr lang="pt-br"/>
              <a:t>Exemplo de Texto de Rodapé</a:t>
            </a:r>
          </a:p>
        </p:txBody>
      </p:sp>
      <p:sp>
        <p:nvSpPr>
          <p:cNvPr id="4" name="Date Placeholder 3">
            <a:extLst>
              <a:ext uri="{FF2B5EF4-FFF2-40B4-BE49-F238E27FC236}">
                <a16:creationId xmlns:a16="http://schemas.microsoft.com/office/drawing/2014/main" id="{96AB360B-BA19-87FB-FF6A-E191AE0B38B8}"/>
              </a:ext>
            </a:extLst>
          </p:cNvPr>
          <p:cNvSpPr>
            <a:spLocks noGrp="1"/>
          </p:cNvSpPr>
          <p:nvPr>
            <p:ph type="dt" sz="half" idx="10"/>
          </p:nvPr>
        </p:nvSpPr>
        <p:spPr>
          <a:xfrm>
            <a:off x="8801100" y="214858"/>
            <a:ext cx="1905250" cy="338328"/>
          </a:xfrm>
        </p:spPr>
        <p:txBody>
          <a:bodyPr anchor="ctr">
            <a:normAutofit/>
          </a:bodyPr>
          <a:lstStyle/>
          <a:p>
            <a:pPr rtl="0">
              <a:spcAft>
                <a:spcPts val="600"/>
              </a:spcAft>
            </a:pPr>
            <a:r>
              <a:rPr lang="en-US"/>
              <a:t>02/12/2025</a:t>
            </a:r>
          </a:p>
        </p:txBody>
      </p:sp>
      <p:sp>
        <p:nvSpPr>
          <p:cNvPr id="5" name="Slide Number Placeholder 4">
            <a:extLst>
              <a:ext uri="{FF2B5EF4-FFF2-40B4-BE49-F238E27FC236}">
                <a16:creationId xmlns:a16="http://schemas.microsoft.com/office/drawing/2014/main" id="{E83DC96E-B357-CA7A-2F33-A945DB5B9D32}"/>
              </a:ext>
            </a:extLst>
          </p:cNvPr>
          <p:cNvSpPr>
            <a:spLocks noGrp="1"/>
          </p:cNvSpPr>
          <p:nvPr>
            <p:ph type="sldNum" sz="quarter" idx="12"/>
          </p:nvPr>
        </p:nvSpPr>
        <p:spPr>
          <a:xfrm>
            <a:off x="11291657" y="214858"/>
            <a:ext cx="555948" cy="338328"/>
          </a:xfrm>
        </p:spPr>
        <p:txBody>
          <a:bodyPr anchor="ctr">
            <a:normAutofit/>
          </a:bodyPr>
          <a:lstStyle/>
          <a:p>
            <a:pPr rtl="0">
              <a:spcAft>
                <a:spcPts val="600"/>
              </a:spcAft>
            </a:pPr>
            <a:fld id="{8E274F5D-21DC-40EF-8DBA-AB9BB119E939}" type="slidenum">
              <a:rPr lang="en-US" smtClean="0"/>
              <a:pPr rtl="0">
                <a:spcAft>
                  <a:spcPts val="600"/>
                </a:spcAft>
              </a:pPr>
              <a:t>8</a:t>
            </a:fld>
            <a:endParaRPr lang="en-US"/>
          </a:p>
        </p:txBody>
      </p:sp>
      <p:sp>
        <p:nvSpPr>
          <p:cNvPr id="7" name="Content Placeholder 6">
            <a:extLst>
              <a:ext uri="{FF2B5EF4-FFF2-40B4-BE49-F238E27FC236}">
                <a16:creationId xmlns:a16="http://schemas.microsoft.com/office/drawing/2014/main" id="{6BB0C727-E100-E495-B0AB-431E98816A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Relevância Pessoal das Migrações</a:t>
            </a:r>
          </a:p>
          <a:p>
            <a:pPr marL="0" lvl="1" indent="0">
              <a:buFont typeface="Arial" panose="020B0604020202020204" pitchFamily="34" charset="0"/>
              <a:buNone/>
            </a:pPr>
            <a:r>
              <a:t>Estudantes reconhecem migrações em suas próprias histórias familiares, aproximando o tema da realidade cotidiana e estimulando discussões significativas.</a:t>
            </a:r>
            <a:endParaRPr lang="en-US"/>
          </a:p>
          <a:p>
            <a:pPr marL="0" indent="0">
              <a:spcBef>
                <a:spcPts val="2500"/>
              </a:spcBef>
              <a:buFont typeface="Arial" panose="020B0604020202020204" pitchFamily="34" charset="0"/>
              <a:buNone/>
            </a:pPr>
            <a:r>
              <a:rPr lang="en-US" b="1"/>
              <a:t>Compreensão das Desigualdades Sociais</a:t>
            </a:r>
          </a:p>
          <a:p>
            <a:pPr marL="0" lvl="1" indent="0">
              <a:buFont typeface="Arial" panose="020B0604020202020204" pitchFamily="34" charset="0"/>
              <a:buNone/>
            </a:pPr>
            <a:r>
              <a:t>Entender a distribuição desigual da população amplia a percepção sobre desafios sociais e oportunidades regionais em diferentes partes do mundo.</a:t>
            </a:r>
            <a:endParaRPr lang="en-US"/>
          </a:p>
          <a:p>
            <a:pPr marL="0" indent="0">
              <a:spcBef>
                <a:spcPts val="2500"/>
              </a:spcBef>
              <a:buFont typeface="Arial" panose="020B0604020202020204" pitchFamily="34" charset="0"/>
              <a:buNone/>
            </a:pPr>
            <a:r>
              <a:rPr lang="en-US" b="1"/>
              <a:t>Alfabetização Geográfica e Análise Crítica</a:t>
            </a:r>
          </a:p>
          <a:p>
            <a:pPr marL="0" lvl="1" indent="0">
              <a:buFont typeface="Arial" panose="020B0604020202020204" pitchFamily="34" charset="0"/>
              <a:buNone/>
            </a:pPr>
            <a:r>
              <a:t>Analisar mapas, gráficos e reportagens desenvolve habilidades de interpretação e promove reflexão crítica sobre fenômenos globais.</a:t>
            </a:r>
            <a:endParaRPr lang="en-US"/>
          </a:p>
          <a:p>
            <a:pPr marL="0" indent="0">
              <a:spcBef>
                <a:spcPts val="2500"/>
              </a:spcBef>
              <a:buFont typeface="Arial" panose="020B0604020202020204" pitchFamily="34" charset="0"/>
              <a:buNone/>
            </a:pPr>
            <a:r>
              <a:rPr lang="en-US" b="1"/>
              <a:t>Valores de Empatia e Respeito</a:t>
            </a:r>
          </a:p>
          <a:p>
            <a:pPr marL="0" lvl="1" indent="0">
              <a:buFont typeface="Arial" panose="020B0604020202020204" pitchFamily="34" charset="0"/>
              <a:buNone/>
            </a:pPr>
            <a:r>
              <a:t>Refletir sobre migrações estimula o respeito à diversidade cultural, empatia e compreensão das dificuldades enfrentadas por migrantes e refugiados.</a:t>
            </a:r>
            <a:endParaRPr lang="en-US"/>
          </a:p>
        </p:txBody>
      </p:sp>
    </p:spTree>
    <p:extLst>
      <p:ext uri="{BB962C8B-B14F-4D97-AF65-F5344CB8AC3E}">
        <p14:creationId xmlns:p14="http://schemas.microsoft.com/office/powerpoint/2010/main" val="9395723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Efeito de filme queimado">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0BF7B2-4A2B-4CA7-8150-68B962AD6E62}">
  <ds:schemaRefs>
    <ds:schemaRef ds:uri="http://schemas.microsoft.com/sharepoint/v3"/>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purl.org/dc/elements/1.1/"/>
    <ds:schemaRef ds:uri="http://purl.org/dc/terms/"/>
    <ds:schemaRef ds:uri="http://schemas.microsoft.com/office/infopath/2007/PartnerControls"/>
    <ds:schemaRef ds:uri="http://purl.org/dc/dcmitype/"/>
    <ds:schemaRef ds:uri="230e9df3-be65-4c73-a93b-d1236ebd677e"/>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C27E2546-C5EB-442C-BCA8-1B0D17D61420}">
  <ds:schemaRefs>
    <ds:schemaRef ds:uri="http://schemas.microsoft.com/sharepoint/v3/contenttype/forms"/>
  </ds:schemaRefs>
</ds:datastoreItem>
</file>

<file path=customXml/itemProps3.xml><?xml version="1.0" encoding="utf-8"?>
<ds:datastoreItem xmlns:ds="http://schemas.openxmlformats.org/officeDocument/2006/customXml" ds:itemID="{8B53938E-C8DA-4DDE-A937-0EA87B476A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190</TotalTime>
  <Words>8</Words>
  <Application>Microsoft Office PowerPoint</Application>
  <PresentationFormat>Widescreen</PresentationFormat>
  <Paragraphs>4</Paragraphs>
  <Slides>8</Slides>
  <Notes>8</Notes>
  <HiddenSlides>0</HiddenSlides>
  <MMClips>0</MMClips>
  <ScaleCrop>false</ScaleCrop>
  <HeadingPairs>
    <vt:vector size="4" baseType="variant">
      <vt:variant>
        <vt:lpstr>Tema</vt:lpstr>
      </vt:variant>
      <vt:variant>
        <vt:i4>1</vt:i4>
      </vt:variant>
      <vt:variant>
        <vt:lpstr>Títulos de slides</vt:lpstr>
      </vt:variant>
      <vt:variant>
        <vt:i4>8</vt:i4>
      </vt:variant>
    </vt:vector>
  </HeadingPairs>
  <TitlesOfParts>
    <vt:vector size="9" baseType="lpstr">
      <vt:lpstr>Efeito de filme queimado</vt:lpstr>
      <vt:lpstr>Dispersão da População Mundial e Migrações</vt:lpstr>
      <vt:lpstr>Dispersão da População Mundial e Migrações</vt:lpstr>
      <vt:lpstr>Panorama da Distribuição Populacional Global</vt:lpstr>
      <vt:lpstr>Conceitos Fundamentais de Migração</vt:lpstr>
      <vt:lpstr>Fatores de Atração das Migrações</vt:lpstr>
      <vt:lpstr>Fatores de Repulsão das Migrações</vt:lpstr>
      <vt:lpstr>Consequências das Migrações</vt:lpstr>
      <vt:lpstr>Integração, Reflexão e Conexões com o Cotidiano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Ziv Yang</cp:lastModifiedBy>
  <cp:revision>4</cp:revision>
  <dcterms:created xsi:type="dcterms:W3CDTF">2025-08-01T17:43:39Z</dcterms:created>
  <dcterms:modified xsi:type="dcterms:W3CDTF">2026-01-31T21:36:51Z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